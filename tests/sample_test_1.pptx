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 anchorCtr="1">
            <a:sp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3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500" lnSpcReduction="19999"/>
          </a:bodyPr>
          <a:p>
            <a:pPr indent="0">
              <a:buNone/>
            </a:pPr>
            <a:r>
              <a:rPr b="1" lang="en-U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66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rIns="7200" tIns="7200" bIns="7200" anchor="ctr" anchorCtr="1">
            <a:sp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1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3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rIns="7200" tIns="7200" bIns="7200" anchor="ctr" anchorCtr="1">
              <a:spAutoFit/>
            </a:bodyPr>
            <a:p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ftr" idx="2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500" lnSpcReduction="19999"/>
          </a:bodyPr>
          <a:p>
            <a:pPr indent="0">
              <a:buNone/>
            </a:pPr>
            <a:r>
              <a:rPr b="1" lang="en-US" sz="66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66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"/>
          <p:cNvGrpSpPr/>
          <p:nvPr/>
        </p:nvGrpSpPr>
        <p:grpSpPr>
          <a:xfrm>
            <a:off x="0" y="0"/>
            <a:ext cx="3240360" cy="5694480"/>
            <a:chOff x="0" y="0"/>
            <a:chExt cx="3240360" cy="5694480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2680920"/>
              <a:ext cx="3240360" cy="2988360"/>
            </a:xfrm>
            <a:custGeom>
              <a:avLst/>
              <a:gdLst/>
              <a:ahLst/>
              <a:rect l="0" t="0" r="r" b="b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0" y="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5400000">
            <a:off x="6570720" y="2272320"/>
            <a:ext cx="495000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340000" y="360000"/>
            <a:ext cx="630000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5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20772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19052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34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41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 algn="ctr">
              <a:buNone/>
            </a:pPr>
            <a:r>
              <a:rPr b="1" lang="en-US" sz="4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8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7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80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81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3754685E-FA43-4B1D-BE58-C6A613D4C4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67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69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70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3D3FDDC-9C7B-4DED-B142-55E8F615F5A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4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55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5A7F246-CD04-4010-8BEC-9174F2C9B18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12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4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115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7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5AC76D3-7747-4688-A27C-38FE3719C47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89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5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96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2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C51AE4-0532-4276-9C12-0A83499A4EE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127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3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134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8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139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 algn="ctr">
              <a:buNone/>
            </a:pPr>
            <a:r>
              <a:rPr b="1" lang="en-US" sz="48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8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5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6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1" lang="en-U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36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59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60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2" name="PlaceHolder 3"/>
          <p:cNvSpPr>
            <a:spLocks noGrp="1"/>
          </p:cNvSpPr>
          <p:nvPr>
            <p:ph type="dt" idx="18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ftr" idx="19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sldNum" idx="20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19C344C-CF85-471C-9331-03422FB648F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66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8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1" lang="en-US" sz="36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36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71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72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4" name="PlaceHolder 3"/>
          <p:cNvSpPr>
            <a:spLocks noGrp="1"/>
          </p:cNvSpPr>
          <p:nvPr>
            <p:ph type="dt" idx="21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ftr" idx="22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sldNum" idx="23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F82BB15-64FC-4312-B925-6F7B09BABF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7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4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1" lang="en-U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36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187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188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0" name="PlaceHolder 3"/>
          <p:cNvSpPr>
            <a:spLocks noGrp="1"/>
          </p:cNvSpPr>
          <p:nvPr>
            <p:ph type="dt" idx="24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ftr" idx="25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sldNum" idx="26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7AFFF20-AE8F-4C68-9E60-3DF42CE3D9F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94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6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r>
              <a:rPr b="1" lang="en-US" sz="36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36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199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200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rIns="12600" tIns="12600" bIns="126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2" name="PlaceHolder 3"/>
          <p:cNvSpPr>
            <a:spLocks noGrp="1"/>
          </p:cNvSpPr>
          <p:nvPr>
            <p:ph type="dt" idx="27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28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ldNum" idx="29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80F1E75-0571-465D-BC93-209B107F71A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206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2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213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7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218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 algn="ctr">
              <a:buNone/>
            </a:pPr>
            <a:r>
              <a:rPr b="1" lang="en-US" sz="4800" strike="noStrike" u="non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800" strike="noStrike" u="non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229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35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236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2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3600" strike="noStrike" u="non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36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28BD0B9-1B24-4B5C-BBE9-597ED0664D2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"/>
          <p:cNvGrpSpPr/>
          <p:nvPr/>
        </p:nvGrpSpPr>
        <p:grpSpPr>
          <a:xfrm>
            <a:off x="4710960" y="216000"/>
            <a:ext cx="659160" cy="80280"/>
            <a:chOff x="4710960" y="216000"/>
            <a:chExt cx="659160" cy="80280"/>
          </a:xfrm>
        </p:grpSpPr>
        <p:sp>
          <p:nvSpPr>
            <p:cNvPr id="249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33D9426-6C83-41E8-9AEF-3E963AA0BE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810000" y="900000"/>
            <a:ext cx="8460000" cy="115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1" lang="en-US" sz="66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810000" y="2160000"/>
            <a:ext cx="8460000" cy="7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1" lang="en-US" sz="44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"/>
          <p:cNvGrpSpPr/>
          <p:nvPr/>
        </p:nvGrpSpPr>
        <p:grpSpPr>
          <a:xfrm>
            <a:off x="4080600" y="619200"/>
            <a:ext cx="3798360" cy="491400"/>
            <a:chOff x="4080600" y="619200"/>
            <a:chExt cx="3798360" cy="491400"/>
          </a:xfrm>
        </p:grpSpPr>
        <p:sp>
          <p:nvSpPr>
            <p:cNvPr id="261" name=""/>
            <p:cNvSpPr/>
            <p:nvPr/>
          </p:nvSpPr>
          <p:spPr>
            <a:xfrm>
              <a:off x="4080600" y="619200"/>
              <a:ext cx="491400" cy="49140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rPr>
                <a:t>1</a:t>
              </a:r>
              <a:endParaRPr b="1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2" name=""/>
            <p:cNvSpPr/>
            <p:nvPr/>
          </p:nvSpPr>
          <p:spPr>
            <a:xfrm flipH="1">
              <a:off x="4320000" y="1087200"/>
              <a:ext cx="355896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3" name=""/>
          <p:cNvGrpSpPr/>
          <p:nvPr/>
        </p:nvGrpSpPr>
        <p:grpSpPr>
          <a:xfrm>
            <a:off x="3291840" y="1656000"/>
            <a:ext cx="3859560" cy="491400"/>
            <a:chOff x="3291840" y="1656000"/>
            <a:chExt cx="3859560" cy="491400"/>
          </a:xfrm>
        </p:grpSpPr>
        <p:sp>
          <p:nvSpPr>
            <p:cNvPr id="264" name=""/>
            <p:cNvSpPr/>
            <p:nvPr/>
          </p:nvSpPr>
          <p:spPr>
            <a:xfrm>
              <a:off x="6660000" y="1656000"/>
              <a:ext cx="491400" cy="49140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rPr>
                <a:t>2</a:t>
              </a:r>
              <a:endParaRPr b="1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3291840" y="2124000"/>
              <a:ext cx="3561120" cy="0"/>
            </a:xfrm>
            <a:prstGeom prst="line">
              <a:avLst/>
            </a:prstGeom>
            <a:ln cap="rnd" w="36000">
              <a:solidFill>
                <a:srgbClr val="60c4e4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6" name=""/>
          <p:cNvGrpSpPr/>
          <p:nvPr/>
        </p:nvGrpSpPr>
        <p:grpSpPr>
          <a:xfrm>
            <a:off x="4080600" y="2638800"/>
            <a:ext cx="3798360" cy="491400"/>
            <a:chOff x="4080600" y="2638800"/>
            <a:chExt cx="3798360" cy="491400"/>
          </a:xfrm>
        </p:grpSpPr>
        <p:sp>
          <p:nvSpPr>
            <p:cNvPr id="267" name=""/>
            <p:cNvSpPr/>
            <p:nvPr/>
          </p:nvSpPr>
          <p:spPr>
            <a:xfrm>
              <a:off x="4080600" y="2638800"/>
              <a:ext cx="491400" cy="49140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rPr>
                <a:t>3</a:t>
              </a:r>
              <a:endParaRPr b="1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8" name=""/>
            <p:cNvSpPr/>
            <p:nvPr/>
          </p:nvSpPr>
          <p:spPr>
            <a:xfrm flipH="1">
              <a:off x="4320000" y="3106800"/>
              <a:ext cx="3558960" cy="0"/>
            </a:xfrm>
            <a:prstGeom prst="line">
              <a:avLst/>
            </a:prstGeom>
            <a:ln cap="rnd" w="36000">
              <a:solidFill>
                <a:srgbClr val="e54b89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9" name=""/>
          <p:cNvGrpSpPr/>
          <p:nvPr/>
        </p:nvGrpSpPr>
        <p:grpSpPr>
          <a:xfrm>
            <a:off x="3291840" y="3672000"/>
            <a:ext cx="3859560" cy="491400"/>
            <a:chOff x="3291840" y="3672000"/>
            <a:chExt cx="3859560" cy="491400"/>
          </a:xfrm>
        </p:grpSpPr>
        <p:sp>
          <p:nvSpPr>
            <p:cNvPr id="270" name=""/>
            <p:cNvSpPr/>
            <p:nvPr/>
          </p:nvSpPr>
          <p:spPr>
            <a:xfrm>
              <a:off x="6660000" y="3672000"/>
              <a:ext cx="491400" cy="49140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4</a:t>
              </a:r>
              <a:endParaRPr b="1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3291840" y="4140000"/>
              <a:ext cx="3561120" cy="0"/>
            </a:xfrm>
            <a:prstGeom prst="line">
              <a:avLst/>
            </a:prstGeom>
            <a:ln cap="rnd" w="36000">
              <a:solidFill>
                <a:srgbClr val="f8b622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72" name=""/>
          <p:cNvGrpSpPr/>
          <p:nvPr/>
        </p:nvGrpSpPr>
        <p:grpSpPr>
          <a:xfrm>
            <a:off x="4080600" y="4557600"/>
            <a:ext cx="3798360" cy="491400"/>
            <a:chOff x="4080600" y="4557600"/>
            <a:chExt cx="3798360" cy="491400"/>
          </a:xfrm>
        </p:grpSpPr>
        <p:sp>
          <p:nvSpPr>
            <p:cNvPr id="273" name=""/>
            <p:cNvSpPr/>
            <p:nvPr/>
          </p:nvSpPr>
          <p:spPr>
            <a:xfrm>
              <a:off x="4080600" y="4557600"/>
              <a:ext cx="491400" cy="49140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r>
                <a:rPr b="1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rPr>
                <a:t>5</a:t>
              </a:r>
              <a:endParaRPr b="1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74" name=""/>
            <p:cNvSpPr/>
            <p:nvPr/>
          </p:nvSpPr>
          <p:spPr>
            <a:xfrm flipH="1">
              <a:off x="4320000" y="5025600"/>
              <a:ext cx="355896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  <a:headEnd len="med" type="oval" w="med"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75" name="PlaceHolder 1"/>
          <p:cNvSpPr>
            <a:spLocks noGrp="1"/>
          </p:cNvSpPr>
          <p:nvPr>
            <p:ph type="subTitle"/>
          </p:nvPr>
        </p:nvSpPr>
        <p:spPr>
          <a:xfrm>
            <a:off x="4680000" y="619200"/>
            <a:ext cx="3132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ubTitle"/>
          </p:nvPr>
        </p:nvSpPr>
        <p:spPr>
          <a:xfrm>
            <a:off x="3384000" y="1656000"/>
            <a:ext cx="3132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endParaRPr b="1" lang="en-US" sz="24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ubTitle"/>
          </p:nvPr>
        </p:nvSpPr>
        <p:spPr>
          <a:xfrm>
            <a:off x="4680000" y="2638800"/>
            <a:ext cx="3132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endParaRPr b="1" lang="en-US" sz="2400" strike="noStrike" u="non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subTitle"/>
          </p:nvPr>
        </p:nvSpPr>
        <p:spPr>
          <a:xfrm>
            <a:off x="3384000" y="3672000"/>
            <a:ext cx="3132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endParaRPr b="1" lang="en-US" sz="2400" strike="noStrike" u="none">
              <a:solidFill>
                <a:srgbClr val="f8b622"/>
              </a:solidFill>
              <a:effectLst/>
              <a:uFillTx/>
              <a:latin typeface="Noto Sans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 type="subTitle"/>
          </p:nvPr>
        </p:nvSpPr>
        <p:spPr>
          <a:xfrm>
            <a:off x="4680000" y="4557600"/>
            <a:ext cx="3132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280" name="PlaceHolder 6"/>
          <p:cNvSpPr>
            <a:spLocks noGrp="1"/>
          </p:cNvSpPr>
          <p:nvPr>
            <p:ph type="title"/>
          </p:nvPr>
        </p:nvSpPr>
        <p:spPr>
          <a:xfrm rot="5400000">
            <a:off x="6570720" y="2272320"/>
            <a:ext cx="495000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3528000" y="1800000"/>
            <a:ext cx="1119960" cy="1119960"/>
          </a:xfrm>
          <a:prstGeom prst="ellipse">
            <a:avLst/>
          </a:prstGeom>
          <a:solidFill>
            <a:srgbClr val="7f5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r>
              <a:rPr b="1" lang="en-US" sz="4400" strike="noStrike" u="none">
                <a:solidFill>
                  <a:srgbClr val="ffff6d"/>
                </a:solidFill>
                <a:effectLst/>
                <a:uFillTx/>
                <a:latin typeface="Noto Sans"/>
              </a:rPr>
              <a:t>1</a:t>
            </a:r>
            <a:endParaRPr b="1" lang="en-US" sz="4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endParaRPr b="1" lang="en-US" sz="48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6380280" y="1956240"/>
            <a:ext cx="1758240" cy="878760"/>
          </a:xfrm>
          <a:custGeom>
            <a:avLst/>
            <a:gdLst/>
            <a:ahLst/>
            <a:rect l="0" t="0" r="r" b="b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284" name=""/>
          <p:cNvGrpSpPr/>
          <p:nvPr/>
        </p:nvGrpSpPr>
        <p:grpSpPr>
          <a:xfrm>
            <a:off x="7147800" y="1423800"/>
            <a:ext cx="270000" cy="802440"/>
            <a:chOff x="7147800" y="1423800"/>
            <a:chExt cx="270000" cy="802440"/>
          </a:xfrm>
        </p:grpSpPr>
        <p:sp>
          <p:nvSpPr>
            <p:cNvPr id="285" name=""/>
            <p:cNvSpPr/>
            <p:nvPr/>
          </p:nvSpPr>
          <p:spPr>
            <a:xfrm flipV="1">
              <a:off x="7282800" y="1514160"/>
              <a:ext cx="0" cy="442080"/>
            </a:xfrm>
            <a:prstGeom prst="line">
              <a:avLst/>
            </a:prstGeom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7192800" y="1423800"/>
              <a:ext cx="180000" cy="18000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7147800" y="1956240"/>
              <a:ext cx="270000" cy="27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88" name=""/>
          <p:cNvSpPr/>
          <p:nvPr/>
        </p:nvSpPr>
        <p:spPr>
          <a:xfrm>
            <a:off x="4885200" y="2643840"/>
            <a:ext cx="1758240" cy="1070280"/>
          </a:xfrm>
          <a:custGeom>
            <a:avLst/>
            <a:gdLst/>
            <a:ahLst/>
            <a:rect l="0" t="0" r="r" b="b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89" name=""/>
          <p:cNvGrpSpPr/>
          <p:nvPr/>
        </p:nvGrpSpPr>
        <p:grpSpPr>
          <a:xfrm>
            <a:off x="5625000" y="3452400"/>
            <a:ext cx="270000" cy="793800"/>
            <a:chOff x="5625000" y="3452400"/>
            <a:chExt cx="270000" cy="793800"/>
          </a:xfrm>
        </p:grpSpPr>
        <p:sp>
          <p:nvSpPr>
            <p:cNvPr id="290" name=""/>
            <p:cNvSpPr/>
            <p:nvPr/>
          </p:nvSpPr>
          <p:spPr>
            <a:xfrm>
              <a:off x="5760000" y="3711600"/>
              <a:ext cx="0" cy="442800"/>
            </a:xfrm>
            <a:prstGeom prst="line">
              <a:avLst/>
            </a:prstGeom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5670000" y="4066200"/>
              <a:ext cx="180000" cy="18000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5625000" y="3452400"/>
              <a:ext cx="270000" cy="27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93" name=""/>
          <p:cNvSpPr/>
          <p:nvPr/>
        </p:nvSpPr>
        <p:spPr>
          <a:xfrm>
            <a:off x="3389760" y="1956240"/>
            <a:ext cx="1758240" cy="1051560"/>
          </a:xfrm>
          <a:custGeom>
            <a:avLst/>
            <a:gdLst/>
            <a:ahLst/>
            <a:rect l="0" t="0" r="r" b="b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94" name=""/>
          <p:cNvGrpSpPr/>
          <p:nvPr/>
        </p:nvGrpSpPr>
        <p:grpSpPr>
          <a:xfrm>
            <a:off x="4149000" y="1423800"/>
            <a:ext cx="270000" cy="802440"/>
            <a:chOff x="4149000" y="1423800"/>
            <a:chExt cx="270000" cy="802440"/>
          </a:xfrm>
        </p:grpSpPr>
        <p:sp>
          <p:nvSpPr>
            <p:cNvPr id="295" name=""/>
            <p:cNvSpPr/>
            <p:nvPr/>
          </p:nvSpPr>
          <p:spPr>
            <a:xfrm flipV="1">
              <a:off x="4284000" y="1514160"/>
              <a:ext cx="0" cy="442080"/>
            </a:xfrm>
            <a:prstGeom prst="line">
              <a:avLst/>
            </a:prstGeom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4194000" y="1423800"/>
              <a:ext cx="180000" cy="18000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4149000" y="1956240"/>
              <a:ext cx="270000" cy="27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98" name=""/>
          <p:cNvSpPr/>
          <p:nvPr/>
        </p:nvSpPr>
        <p:spPr>
          <a:xfrm>
            <a:off x="1894320" y="2674080"/>
            <a:ext cx="1757880" cy="1040040"/>
          </a:xfrm>
          <a:custGeom>
            <a:avLst/>
            <a:gdLst/>
            <a:ahLst/>
            <a:rect l="0" t="0" r="r" b="b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99" name=""/>
          <p:cNvGrpSpPr/>
          <p:nvPr/>
        </p:nvGrpSpPr>
        <p:grpSpPr>
          <a:xfrm>
            <a:off x="2637000" y="3452400"/>
            <a:ext cx="270000" cy="793800"/>
            <a:chOff x="2637000" y="3452400"/>
            <a:chExt cx="270000" cy="793800"/>
          </a:xfrm>
        </p:grpSpPr>
        <p:sp>
          <p:nvSpPr>
            <p:cNvPr id="300" name=""/>
            <p:cNvSpPr/>
            <p:nvPr/>
          </p:nvSpPr>
          <p:spPr>
            <a:xfrm>
              <a:off x="2772000" y="3711600"/>
              <a:ext cx="0" cy="442800"/>
            </a:xfrm>
            <a:prstGeom prst="line">
              <a:avLst/>
            </a:prstGeom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2682000" y="4066200"/>
              <a:ext cx="180000" cy="18000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2637000" y="3452400"/>
              <a:ext cx="270000" cy="27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03" name=""/>
          <p:cNvGrpSpPr/>
          <p:nvPr/>
        </p:nvGrpSpPr>
        <p:grpSpPr>
          <a:xfrm>
            <a:off x="1843200" y="2649600"/>
            <a:ext cx="360000" cy="360000"/>
            <a:chOff x="1843200" y="2649600"/>
            <a:chExt cx="360000" cy="360000"/>
          </a:xfrm>
        </p:grpSpPr>
        <p:sp>
          <p:nvSpPr>
            <p:cNvPr id="304" name=""/>
            <p:cNvSpPr/>
            <p:nvPr/>
          </p:nvSpPr>
          <p:spPr>
            <a:xfrm>
              <a:off x="1843200" y="2649600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1843200" y="2649600"/>
              <a:ext cx="360000" cy="360000"/>
            </a:xfrm>
            <a:prstGeom prst="ellipse">
              <a:avLst/>
            </a:prstGeom>
            <a:solidFill>
              <a:srgbClr val="7f59ae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1915200" y="2721600"/>
              <a:ext cx="216000" cy="2160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07" name=""/>
          <p:cNvGrpSpPr/>
          <p:nvPr/>
        </p:nvGrpSpPr>
        <p:grpSpPr>
          <a:xfrm>
            <a:off x="7830000" y="2649600"/>
            <a:ext cx="360000" cy="360000"/>
            <a:chOff x="7830000" y="2649600"/>
            <a:chExt cx="360000" cy="360000"/>
          </a:xfrm>
        </p:grpSpPr>
        <p:sp>
          <p:nvSpPr>
            <p:cNvPr id="308" name=""/>
            <p:cNvSpPr/>
            <p:nvPr/>
          </p:nvSpPr>
          <p:spPr>
            <a:xfrm>
              <a:off x="7830000" y="2649600"/>
              <a:ext cx="360000" cy="360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16280" rIns="116280" tIns="71280" bIns="7128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7830000" y="2649600"/>
              <a:ext cx="360000" cy="360000"/>
            </a:xfrm>
            <a:prstGeom prst="ellipse">
              <a:avLst/>
            </a:prstGeom>
            <a:solidFill>
              <a:srgbClr val="f8b622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7902000" y="2721600"/>
              <a:ext cx="216000" cy="2160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11" name="PlaceHolder 1"/>
          <p:cNvSpPr>
            <a:spLocks noGrp="1"/>
          </p:cNvSpPr>
          <p:nvPr>
            <p:ph/>
          </p:nvPr>
        </p:nvSpPr>
        <p:spPr>
          <a:xfrm>
            <a:off x="1764000" y="4212000"/>
            <a:ext cx="198000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4716000" y="4212000"/>
            <a:ext cx="198000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3204000" y="252000"/>
            <a:ext cx="198000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/>
          </p:nvPr>
        </p:nvSpPr>
        <p:spPr>
          <a:xfrm>
            <a:off x="6300000" y="252000"/>
            <a:ext cx="198000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subTitle"/>
          </p:nvPr>
        </p:nvSpPr>
        <p:spPr>
          <a:xfrm>
            <a:off x="324000" y="2268000"/>
            <a:ext cx="14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16" name="PlaceHolder 6"/>
          <p:cNvSpPr>
            <a:spLocks noGrp="1"/>
          </p:cNvSpPr>
          <p:nvPr>
            <p:ph type="subTitle"/>
          </p:nvPr>
        </p:nvSpPr>
        <p:spPr>
          <a:xfrm>
            <a:off x="8280000" y="2268000"/>
            <a:ext cx="144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400" strike="noStrike" u="none">
              <a:solidFill>
                <a:srgbClr val="f8b622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18" name=""/>
          <p:cNvSpPr/>
          <p:nvPr/>
        </p:nvSpPr>
        <p:spPr>
          <a:xfrm>
            <a:off x="1027800" y="1683000"/>
            <a:ext cx="465120" cy="442440"/>
          </a:xfrm>
          <a:custGeom>
            <a:avLst/>
            <a:gdLst/>
            <a:ahLst/>
            <a:rect l="0" t="0" r="r" b="b"/>
            <a:pathLst>
              <a:path w="1292" h="1229">
                <a:moveTo>
                  <a:pt x="1045" y="1229"/>
                </a:moveTo>
                <a:cubicBezTo>
                  <a:pt x="912" y="1158"/>
                  <a:pt x="779" y="1086"/>
                  <a:pt x="646" y="1015"/>
                </a:cubicBezTo>
                <a:cubicBezTo>
                  <a:pt x="513" y="1086"/>
                  <a:pt x="380" y="1157"/>
                  <a:pt x="247" y="1228"/>
                </a:cubicBezTo>
                <a:cubicBezTo>
                  <a:pt x="274" y="1080"/>
                  <a:pt x="300" y="931"/>
                  <a:pt x="327" y="783"/>
                </a:cubicBezTo>
                <a:cubicBezTo>
                  <a:pt x="218" y="678"/>
                  <a:pt x="109" y="574"/>
                  <a:pt x="0" y="469"/>
                </a:cubicBezTo>
                <a:cubicBezTo>
                  <a:pt x="150" y="448"/>
                  <a:pt x="299" y="428"/>
                  <a:pt x="449" y="407"/>
                </a:cubicBezTo>
                <a:cubicBezTo>
                  <a:pt x="515" y="271"/>
                  <a:pt x="580" y="136"/>
                  <a:pt x="646" y="0"/>
                </a:cubicBezTo>
                <a:cubicBezTo>
                  <a:pt x="712" y="136"/>
                  <a:pt x="778" y="271"/>
                  <a:pt x="844" y="407"/>
                </a:cubicBezTo>
                <a:cubicBezTo>
                  <a:pt x="993" y="428"/>
                  <a:pt x="1143" y="448"/>
                  <a:pt x="1292" y="469"/>
                </a:cubicBezTo>
                <a:cubicBezTo>
                  <a:pt x="1183" y="574"/>
                  <a:pt x="1074" y="678"/>
                  <a:pt x="965" y="783"/>
                </a:cubicBezTo>
                <a:cubicBezTo>
                  <a:pt x="992" y="932"/>
                  <a:pt x="1018" y="1080"/>
                  <a:pt x="1045" y="1229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txBody>
          <a:bodyPr lIns="117000" rIns="117000" tIns="72000" bIns="72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19" name=""/>
          <p:cNvSpPr/>
          <p:nvPr/>
        </p:nvSpPr>
        <p:spPr>
          <a:xfrm>
            <a:off x="3603960" y="1673640"/>
            <a:ext cx="353520" cy="460800"/>
          </a:xfrm>
          <a:custGeom>
            <a:avLst/>
            <a:gdLst/>
            <a:ahLst/>
            <a:rect l="0" t="0" r="r" b="b"/>
            <a:pathLst>
              <a:path w="982" h="1280">
                <a:moveTo>
                  <a:pt x="640" y="0"/>
                </a:moveTo>
                <a:cubicBezTo>
                  <a:pt x="528" y="0"/>
                  <a:pt x="417" y="30"/>
                  <a:pt x="320" y="86"/>
                </a:cubicBezTo>
                <a:cubicBezTo>
                  <a:pt x="223" y="142"/>
                  <a:pt x="142" y="223"/>
                  <a:pt x="86" y="320"/>
                </a:cubicBezTo>
                <a:cubicBezTo>
                  <a:pt x="30" y="417"/>
                  <a:pt x="0" y="528"/>
                  <a:pt x="0" y="640"/>
                </a:cubicBezTo>
                <a:cubicBezTo>
                  <a:pt x="0" y="752"/>
                  <a:pt x="30" y="863"/>
                  <a:pt x="86" y="960"/>
                </a:cubicBezTo>
                <a:cubicBezTo>
                  <a:pt x="142" y="1057"/>
                  <a:pt x="223" y="1138"/>
                  <a:pt x="320" y="1194"/>
                </a:cubicBezTo>
                <a:cubicBezTo>
                  <a:pt x="417" y="1250"/>
                  <a:pt x="528" y="1280"/>
                  <a:pt x="640" y="1280"/>
                </a:cubicBezTo>
                <a:cubicBezTo>
                  <a:pt x="752" y="1280"/>
                  <a:pt x="862" y="1250"/>
                  <a:pt x="959" y="1194"/>
                </a:cubicBezTo>
                <a:cubicBezTo>
                  <a:pt x="967" y="1190"/>
                  <a:pt x="974" y="1185"/>
                  <a:pt x="982" y="1181"/>
                </a:cubicBezTo>
                <a:cubicBezTo>
                  <a:pt x="952" y="1185"/>
                  <a:pt x="922" y="1188"/>
                  <a:pt x="892" y="1188"/>
                </a:cubicBezTo>
                <a:cubicBezTo>
                  <a:pt x="792" y="1188"/>
                  <a:pt x="694" y="1162"/>
                  <a:pt x="608" y="1112"/>
                </a:cubicBezTo>
                <a:cubicBezTo>
                  <a:pt x="522" y="1062"/>
                  <a:pt x="450" y="990"/>
                  <a:pt x="400" y="904"/>
                </a:cubicBezTo>
                <a:cubicBezTo>
                  <a:pt x="350" y="818"/>
                  <a:pt x="324" y="720"/>
                  <a:pt x="324" y="620"/>
                </a:cubicBezTo>
                <a:cubicBezTo>
                  <a:pt x="324" y="520"/>
                  <a:pt x="350" y="422"/>
                  <a:pt x="400" y="336"/>
                </a:cubicBezTo>
                <a:cubicBezTo>
                  <a:pt x="450" y="250"/>
                  <a:pt x="522" y="178"/>
                  <a:pt x="608" y="128"/>
                </a:cubicBezTo>
                <a:cubicBezTo>
                  <a:pt x="694" y="78"/>
                  <a:pt x="792" y="52"/>
                  <a:pt x="892" y="52"/>
                </a:cubicBezTo>
                <a:cubicBezTo>
                  <a:pt x="812" y="18"/>
                  <a:pt x="726" y="0"/>
                  <a:pt x="640" y="0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txBody>
          <a:bodyPr lIns="117000" rIns="117000" tIns="72000" bIns="72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20" name=""/>
          <p:cNvSpPr/>
          <p:nvPr/>
        </p:nvSpPr>
        <p:spPr>
          <a:xfrm>
            <a:off x="6044400" y="1647720"/>
            <a:ext cx="512280" cy="512640"/>
          </a:xfrm>
          <a:custGeom>
            <a:avLst/>
            <a:gdLst/>
            <a:ahLst/>
            <a:rect l="0" t="0" r="r" b="b"/>
            <a:pathLst>
              <a:path w="1423" h="1424">
                <a:moveTo>
                  <a:pt x="802" y="1424"/>
                </a:moveTo>
                <a:cubicBezTo>
                  <a:pt x="741" y="1301"/>
                  <a:pt x="679" y="1177"/>
                  <a:pt x="618" y="1054"/>
                </a:cubicBezTo>
                <a:cubicBezTo>
                  <a:pt x="503" y="1129"/>
                  <a:pt x="387" y="1204"/>
                  <a:pt x="272" y="1279"/>
                </a:cubicBezTo>
                <a:cubicBezTo>
                  <a:pt x="316" y="1149"/>
                  <a:pt x="360" y="1018"/>
                  <a:pt x="404" y="888"/>
                </a:cubicBezTo>
                <a:cubicBezTo>
                  <a:pt x="269" y="859"/>
                  <a:pt x="135" y="831"/>
                  <a:pt x="0" y="802"/>
                </a:cubicBezTo>
                <a:cubicBezTo>
                  <a:pt x="123" y="741"/>
                  <a:pt x="246" y="679"/>
                  <a:pt x="369" y="618"/>
                </a:cubicBezTo>
                <a:cubicBezTo>
                  <a:pt x="294" y="503"/>
                  <a:pt x="219" y="387"/>
                  <a:pt x="144" y="272"/>
                </a:cubicBezTo>
                <a:cubicBezTo>
                  <a:pt x="275" y="316"/>
                  <a:pt x="405" y="360"/>
                  <a:pt x="536" y="404"/>
                </a:cubicBezTo>
                <a:cubicBezTo>
                  <a:pt x="564" y="269"/>
                  <a:pt x="593" y="135"/>
                  <a:pt x="621" y="0"/>
                </a:cubicBezTo>
                <a:cubicBezTo>
                  <a:pt x="682" y="123"/>
                  <a:pt x="744" y="247"/>
                  <a:pt x="805" y="370"/>
                </a:cubicBezTo>
                <a:cubicBezTo>
                  <a:pt x="920" y="295"/>
                  <a:pt x="1036" y="219"/>
                  <a:pt x="1151" y="144"/>
                </a:cubicBezTo>
                <a:cubicBezTo>
                  <a:pt x="1107" y="275"/>
                  <a:pt x="1063" y="405"/>
                  <a:pt x="1019" y="536"/>
                </a:cubicBezTo>
                <a:cubicBezTo>
                  <a:pt x="1154" y="564"/>
                  <a:pt x="1288" y="593"/>
                  <a:pt x="1423" y="621"/>
                </a:cubicBezTo>
                <a:cubicBezTo>
                  <a:pt x="1300" y="682"/>
                  <a:pt x="1176" y="744"/>
                  <a:pt x="1053" y="805"/>
                </a:cubicBezTo>
                <a:cubicBezTo>
                  <a:pt x="1128" y="920"/>
                  <a:pt x="1204" y="1036"/>
                  <a:pt x="1279" y="1151"/>
                </a:cubicBezTo>
                <a:cubicBezTo>
                  <a:pt x="1148" y="1107"/>
                  <a:pt x="1018" y="1063"/>
                  <a:pt x="887" y="1019"/>
                </a:cubicBezTo>
                <a:cubicBezTo>
                  <a:pt x="859" y="1154"/>
                  <a:pt x="830" y="1289"/>
                  <a:pt x="802" y="1424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txBody>
          <a:bodyPr lIns="117000" rIns="117000" tIns="72000" bIns="72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21" name=""/>
          <p:cNvSpPr/>
          <p:nvPr/>
        </p:nvSpPr>
        <p:spPr>
          <a:xfrm>
            <a:off x="8519040" y="1705320"/>
            <a:ext cx="601920" cy="397440"/>
          </a:xfrm>
          <a:custGeom>
            <a:avLst/>
            <a:gdLst/>
            <a:ahLst/>
            <a:rect l="0" t="0" r="r" b="b"/>
            <a:pathLst>
              <a:path w="1672" h="1104">
                <a:moveTo>
                  <a:pt x="690" y="258"/>
                </a:moveTo>
                <a:cubicBezTo>
                  <a:pt x="749" y="-108"/>
                  <a:pt x="1433" y="-91"/>
                  <a:pt x="1373" y="347"/>
                </a:cubicBezTo>
                <a:cubicBezTo>
                  <a:pt x="2065" y="533"/>
                  <a:pt x="1385" y="1326"/>
                  <a:pt x="1028" y="878"/>
                </a:cubicBezTo>
                <a:cubicBezTo>
                  <a:pt x="617" y="1311"/>
                  <a:pt x="160" y="1056"/>
                  <a:pt x="18" y="663"/>
                </a:cubicBezTo>
                <a:cubicBezTo>
                  <a:pt x="-84" y="382"/>
                  <a:pt x="251" y="-71"/>
                  <a:pt x="690" y="258"/>
                </a:cubicBezTo>
                <a:close/>
              </a:path>
            </a:pathLst>
          </a:custGeom>
          <a:solidFill>
            <a:srgbClr val="ffffff"/>
          </a:solidFill>
          <a:ln cap="rnd" w="54000">
            <a:solidFill>
              <a:srgbClr val="ffffff"/>
            </a:solidFill>
            <a:round/>
          </a:ln>
        </p:spPr>
        <p:txBody>
          <a:bodyPr lIns="117000" rIns="117000" tIns="72000" bIns="72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126000" y="2988000"/>
            <a:ext cx="2268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2646000" y="2988000"/>
            <a:ext cx="2268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5166000" y="2988000"/>
            <a:ext cx="2268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686000" y="2988000"/>
            <a:ext cx="2268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 type="subTitle"/>
          </p:nvPr>
        </p:nvSpPr>
        <p:spPr>
          <a:xfrm>
            <a:off x="126000" y="2160000"/>
            <a:ext cx="2268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 type="subTitle"/>
          </p:nvPr>
        </p:nvSpPr>
        <p:spPr>
          <a:xfrm>
            <a:off x="2646000" y="2160000"/>
            <a:ext cx="2268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8" name="PlaceHolder 8"/>
          <p:cNvSpPr>
            <a:spLocks noGrp="1"/>
          </p:cNvSpPr>
          <p:nvPr>
            <p:ph type="subTitle"/>
          </p:nvPr>
        </p:nvSpPr>
        <p:spPr>
          <a:xfrm>
            <a:off x="5166000" y="2160000"/>
            <a:ext cx="2268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9" name="PlaceHolder 9"/>
          <p:cNvSpPr>
            <a:spLocks noGrp="1"/>
          </p:cNvSpPr>
          <p:nvPr>
            <p:ph type="subTitle"/>
          </p:nvPr>
        </p:nvSpPr>
        <p:spPr>
          <a:xfrm>
            <a:off x="7686000" y="2160000"/>
            <a:ext cx="2268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450000" y="1800000"/>
            <a:ext cx="1119960" cy="111996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r>
              <a:rPr b="1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2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endParaRPr b="1" lang="en-US" sz="48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"/>
          <p:cNvGrpSpPr/>
          <p:nvPr/>
        </p:nvGrpSpPr>
        <p:grpSpPr>
          <a:xfrm>
            <a:off x="1620000" y="2700000"/>
            <a:ext cx="6840360" cy="252360"/>
            <a:chOff x="1620000" y="2700000"/>
            <a:chExt cx="6840360" cy="252360"/>
          </a:xfrm>
        </p:grpSpPr>
        <p:sp>
          <p:nvSpPr>
            <p:cNvPr id="333" name=""/>
            <p:cNvSpPr/>
            <p:nvPr/>
          </p:nvSpPr>
          <p:spPr>
            <a:xfrm>
              <a:off x="1620000" y="2700000"/>
              <a:ext cx="1710360" cy="252360"/>
            </a:xfrm>
            <a:custGeom>
              <a:avLst/>
              <a:gdLst/>
              <a:ahLst/>
              <a:rect l="0" t="0" r="r" b="b"/>
              <a:pathLst>
                <a:path w="4751" h="701">
                  <a:moveTo>
                    <a:pt x="345" y="0"/>
                  </a:moveTo>
                  <a:cubicBezTo>
                    <a:pt x="154" y="0"/>
                    <a:pt x="0" y="155"/>
                    <a:pt x="0" y="351"/>
                  </a:cubicBezTo>
                  <a:cubicBezTo>
                    <a:pt x="0" y="545"/>
                    <a:pt x="154" y="701"/>
                    <a:pt x="345" y="701"/>
                  </a:cubicBezTo>
                  <a:cubicBezTo>
                    <a:pt x="460" y="701"/>
                    <a:pt x="575" y="701"/>
                    <a:pt x="691" y="701"/>
                  </a:cubicBezTo>
                  <a:cubicBezTo>
                    <a:pt x="760" y="701"/>
                    <a:pt x="829" y="701"/>
                    <a:pt x="898" y="701"/>
                  </a:cubicBezTo>
                  <a:cubicBezTo>
                    <a:pt x="2182" y="701"/>
                    <a:pt x="3467" y="701"/>
                    <a:pt x="4751" y="701"/>
                  </a:cubicBezTo>
                  <a:cubicBezTo>
                    <a:pt x="4751" y="467"/>
                    <a:pt x="4751" y="234"/>
                    <a:pt x="4751" y="0"/>
                  </a:cubicBezTo>
                  <a:cubicBezTo>
                    <a:pt x="3467" y="0"/>
                    <a:pt x="2182" y="0"/>
                    <a:pt x="898" y="0"/>
                  </a:cubicBezTo>
                  <a:cubicBezTo>
                    <a:pt x="829" y="0"/>
                    <a:pt x="760" y="0"/>
                    <a:pt x="691" y="0"/>
                  </a:cubicBezTo>
                  <a:cubicBezTo>
                    <a:pt x="575" y="0"/>
                    <a:pt x="460" y="0"/>
                    <a:pt x="34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3330000" y="2700000"/>
              <a:ext cx="1710360" cy="252360"/>
            </a:xfrm>
            <a:custGeom>
              <a:avLst/>
              <a:gdLst/>
              <a:ahLst/>
              <a:rect l="0" t="0" r="r" b="b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5040000" y="2700000"/>
              <a:ext cx="1710360" cy="252360"/>
            </a:xfrm>
            <a:custGeom>
              <a:avLst/>
              <a:gdLst/>
              <a:ahLst/>
              <a:rect l="0" t="0" r="r" b="b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6750000" y="2700000"/>
              <a:ext cx="1710360" cy="252360"/>
            </a:xfrm>
            <a:custGeom>
              <a:avLst/>
              <a:gdLst/>
              <a:ahLst/>
              <a:rect l="0" t="0" r="r" b="b"/>
              <a:pathLst>
                <a:path w="4751" h="701">
                  <a:moveTo>
                    <a:pt x="0" y="0"/>
                  </a:moveTo>
                  <a:lnTo>
                    <a:pt x="4751" y="0"/>
                  </a:lnTo>
                  <a:lnTo>
                    <a:pt x="4751" y="701"/>
                  </a:lnTo>
                  <a:lnTo>
                    <a:pt x="0" y="7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37" name=""/>
          <p:cNvGrpSpPr/>
          <p:nvPr/>
        </p:nvGrpSpPr>
        <p:grpSpPr>
          <a:xfrm>
            <a:off x="2862000" y="2700000"/>
            <a:ext cx="1026000" cy="2160000"/>
            <a:chOff x="2862000" y="2700000"/>
            <a:chExt cx="1026000" cy="2160000"/>
          </a:xfrm>
        </p:grpSpPr>
        <p:sp>
          <p:nvSpPr>
            <p:cNvPr id="338" name=""/>
            <p:cNvSpPr/>
            <p:nvPr/>
          </p:nvSpPr>
          <p:spPr>
            <a:xfrm>
              <a:off x="2952000" y="3924000"/>
              <a:ext cx="936000" cy="93600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3330000" y="2916000"/>
              <a:ext cx="0" cy="1008000"/>
            </a:xfrm>
            <a:prstGeom prst="line">
              <a:avLst/>
            </a:prstGeom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3204000" y="2700000"/>
              <a:ext cx="252000" cy="252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2862000" y="3924000"/>
              <a:ext cx="936000" cy="936000"/>
            </a:xfrm>
            <a:prstGeom prst="ellipse">
              <a:avLst/>
            </a:prstGeom>
            <a:noFill/>
            <a:ln cap="rnd" w="54000">
              <a:solidFill>
                <a:srgbClr val="6f4f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42" name=""/>
          <p:cNvGrpSpPr/>
          <p:nvPr/>
        </p:nvGrpSpPr>
        <p:grpSpPr>
          <a:xfrm>
            <a:off x="4572000" y="756000"/>
            <a:ext cx="1026000" cy="2196000"/>
            <a:chOff x="4572000" y="756000"/>
            <a:chExt cx="1026000" cy="2196000"/>
          </a:xfrm>
        </p:grpSpPr>
        <p:sp>
          <p:nvSpPr>
            <p:cNvPr id="343" name=""/>
            <p:cNvSpPr/>
            <p:nvPr/>
          </p:nvSpPr>
          <p:spPr>
            <a:xfrm>
              <a:off x="4662000" y="756000"/>
              <a:ext cx="936000" cy="93600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4" name=""/>
            <p:cNvSpPr/>
            <p:nvPr/>
          </p:nvSpPr>
          <p:spPr>
            <a:xfrm flipV="1">
              <a:off x="5040000" y="1692000"/>
              <a:ext cx="0" cy="1008000"/>
            </a:xfrm>
            <a:prstGeom prst="line">
              <a:avLst/>
            </a:prstGeom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5" name=""/>
            <p:cNvSpPr/>
            <p:nvPr/>
          </p:nvSpPr>
          <p:spPr>
            <a:xfrm>
              <a:off x="4914000" y="2700000"/>
              <a:ext cx="252000" cy="252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4572000" y="756000"/>
              <a:ext cx="936000" cy="936000"/>
            </a:xfrm>
            <a:prstGeom prst="ellipse">
              <a:avLst/>
            </a:prstGeom>
            <a:noFill/>
            <a:ln cap="rnd" w="54000">
              <a:solidFill>
                <a:srgbClr val="56afc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6282000" y="2700000"/>
            <a:ext cx="1026000" cy="2160000"/>
            <a:chOff x="6282000" y="2700000"/>
            <a:chExt cx="1026000" cy="2160000"/>
          </a:xfrm>
        </p:grpSpPr>
        <p:sp>
          <p:nvSpPr>
            <p:cNvPr id="348" name=""/>
            <p:cNvSpPr/>
            <p:nvPr/>
          </p:nvSpPr>
          <p:spPr>
            <a:xfrm>
              <a:off x="6372000" y="3924000"/>
              <a:ext cx="936000" cy="93600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6750000" y="2916000"/>
              <a:ext cx="0" cy="1008000"/>
            </a:xfrm>
            <a:prstGeom prst="line">
              <a:avLst/>
            </a:prstGeom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6624000" y="2700000"/>
              <a:ext cx="252000" cy="252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6282000" y="3924000"/>
              <a:ext cx="936000" cy="936000"/>
            </a:xfrm>
            <a:prstGeom prst="ellipse">
              <a:avLst/>
            </a:prstGeom>
            <a:noFill/>
            <a:ln cap="rnd" w="54000">
              <a:solidFill>
                <a:srgbClr val="cc417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2" name=""/>
          <p:cNvGrpSpPr/>
          <p:nvPr/>
        </p:nvGrpSpPr>
        <p:grpSpPr>
          <a:xfrm>
            <a:off x="7992000" y="756000"/>
            <a:ext cx="1026000" cy="2196000"/>
            <a:chOff x="7992000" y="756000"/>
            <a:chExt cx="1026000" cy="2196000"/>
          </a:xfrm>
        </p:grpSpPr>
        <p:sp>
          <p:nvSpPr>
            <p:cNvPr id="353" name=""/>
            <p:cNvSpPr/>
            <p:nvPr/>
          </p:nvSpPr>
          <p:spPr>
            <a:xfrm>
              <a:off x="8082000" y="756000"/>
              <a:ext cx="936000" cy="93600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4" name=""/>
            <p:cNvSpPr/>
            <p:nvPr/>
          </p:nvSpPr>
          <p:spPr>
            <a:xfrm flipV="1">
              <a:off x="8460000" y="1692000"/>
              <a:ext cx="0" cy="1008000"/>
            </a:xfrm>
            <a:prstGeom prst="line">
              <a:avLst/>
            </a:prstGeom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8334000" y="2700000"/>
              <a:ext cx="252000" cy="252000"/>
            </a:xfrm>
            <a:prstGeom prst="ellipse">
              <a:avLst/>
            </a:prstGeom>
            <a:solidFill>
              <a:srgbClr val="ffffff"/>
            </a:solidFill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6" name=""/>
            <p:cNvSpPr/>
            <p:nvPr/>
          </p:nvSpPr>
          <p:spPr>
            <a:xfrm>
              <a:off x="7992000" y="756000"/>
              <a:ext cx="936000" cy="936000"/>
            </a:xfrm>
            <a:prstGeom prst="ellipse">
              <a:avLst/>
            </a:prstGeom>
            <a:noFill/>
            <a:ln cap="rnd" w="54000">
              <a:solidFill>
                <a:srgbClr val="e5a8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72000" bIns="7200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57" name="PlaceHolder 1"/>
          <p:cNvSpPr>
            <a:spLocks noGrp="1"/>
          </p:cNvSpPr>
          <p:nvPr>
            <p:ph type="subTitle"/>
          </p:nvPr>
        </p:nvSpPr>
        <p:spPr>
          <a:xfrm>
            <a:off x="2268000" y="612000"/>
            <a:ext cx="21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algn="ctr"/>
            <a:endParaRPr b="1" lang="en-US" sz="24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2268000" y="1440000"/>
            <a:ext cx="216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ubTitle"/>
          </p:nvPr>
        </p:nvSpPr>
        <p:spPr>
          <a:xfrm>
            <a:off x="5760000" y="612000"/>
            <a:ext cx="21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f8b622"/>
              </a:solidFill>
              <a:effectLst/>
              <a:uFillTx/>
              <a:latin typeface="Noto Sans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5760000" y="1440000"/>
            <a:ext cx="216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 type="subTitle"/>
          </p:nvPr>
        </p:nvSpPr>
        <p:spPr>
          <a:xfrm>
            <a:off x="576000" y="4608000"/>
            <a:ext cx="21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2" name="PlaceHolder 6"/>
          <p:cNvSpPr>
            <a:spLocks noGrp="1"/>
          </p:cNvSpPr>
          <p:nvPr>
            <p:ph/>
          </p:nvPr>
        </p:nvSpPr>
        <p:spPr>
          <a:xfrm>
            <a:off x="576000" y="3240000"/>
            <a:ext cx="216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63" name="PlaceHolder 7"/>
          <p:cNvSpPr>
            <a:spLocks noGrp="1"/>
          </p:cNvSpPr>
          <p:nvPr>
            <p:ph type="subTitle"/>
          </p:nvPr>
        </p:nvSpPr>
        <p:spPr>
          <a:xfrm>
            <a:off x="3960000" y="4608000"/>
            <a:ext cx="216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364" name="PlaceHolder 8"/>
          <p:cNvSpPr>
            <a:spLocks noGrp="1"/>
          </p:cNvSpPr>
          <p:nvPr>
            <p:ph/>
          </p:nvPr>
        </p:nvSpPr>
        <p:spPr>
          <a:xfrm>
            <a:off x="3960000" y="3240000"/>
            <a:ext cx="216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5166000" y="774000"/>
            <a:ext cx="4158360" cy="4158360"/>
          </a:xfrm>
          <a:custGeom>
            <a:avLst/>
            <a:gdLst/>
            <a:ahLst/>
            <a:rect l="0" t="0" r="r" b="b"/>
            <a:pathLst>
              <a:path w="11551" h="11551">
                <a:moveTo>
                  <a:pt x="0" y="0"/>
                </a:moveTo>
                <a:cubicBezTo>
                  <a:pt x="3850" y="0"/>
                  <a:pt x="7701" y="0"/>
                  <a:pt x="11551" y="0"/>
                </a:cubicBezTo>
                <a:cubicBezTo>
                  <a:pt x="11551" y="3851"/>
                  <a:pt x="11551" y="7700"/>
                  <a:pt x="11551" y="11551"/>
                </a:cubicBezTo>
                <a:cubicBezTo>
                  <a:pt x="7701" y="11551"/>
                  <a:pt x="3850" y="11551"/>
                  <a:pt x="0" y="11551"/>
                </a:cubicBezTo>
                <a:cubicBezTo>
                  <a:pt x="0" y="7700"/>
                  <a:pt x="0" y="3851"/>
                  <a:pt x="0" y="0"/>
                </a:cubicBez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36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486000" y="774000"/>
            <a:ext cx="4140360" cy="4140360"/>
          </a:xfrm>
          <a:custGeom>
            <a:avLst/>
            <a:gdLst/>
            <a:ahLst/>
            <a:rect l="0" t="0" r="r" b="b"/>
            <a:pathLst>
              <a:path w="11501" h="11501">
                <a:moveTo>
                  <a:pt x="0" y="0"/>
                </a:moveTo>
                <a:lnTo>
                  <a:pt x="11501" y="0"/>
                </a:lnTo>
                <a:lnTo>
                  <a:pt x="11501" y="11501"/>
                </a:lnTo>
                <a:lnTo>
                  <a:pt x="0" y="1150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36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450000" y="1800000"/>
            <a:ext cx="1119960" cy="1119960"/>
          </a:xfrm>
          <a:prstGeom prst="ellipse">
            <a:avLst/>
          </a:prstGeom>
          <a:solidFill>
            <a:srgbClr val="f8b6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r>
              <a:rPr b="1" lang="en-US" sz="4400" strike="noStrike" u="none">
                <a:solidFill>
                  <a:srgbClr val="7f59ae"/>
                </a:solidFill>
                <a:effectLst/>
                <a:uFillTx/>
                <a:latin typeface="Noto Sans"/>
              </a:rPr>
              <a:t>3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endParaRPr b="1" lang="en-US" sz="4800" strike="noStrike" u="non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"/>
          <p:cNvGrpSpPr/>
          <p:nvPr/>
        </p:nvGrpSpPr>
        <p:grpSpPr>
          <a:xfrm>
            <a:off x="3997440" y="1819800"/>
            <a:ext cx="2085480" cy="2085120"/>
            <a:chOff x="3997440" y="1819800"/>
            <a:chExt cx="2085480" cy="2085120"/>
          </a:xfrm>
        </p:grpSpPr>
        <p:sp>
          <p:nvSpPr>
            <p:cNvPr id="374" name=""/>
            <p:cNvSpPr/>
            <p:nvPr/>
          </p:nvSpPr>
          <p:spPr>
            <a:xfrm>
              <a:off x="4351320" y="1823040"/>
              <a:ext cx="689040" cy="1039320"/>
            </a:xfrm>
            <a:custGeom>
              <a:avLst/>
              <a:gdLst/>
              <a:ahLst/>
              <a:rect l="0" t="0" r="r" b="b"/>
              <a:pathLst>
                <a:path w="1914" h="2887">
                  <a:moveTo>
                    <a:pt x="0" y="704"/>
                  </a:moveTo>
                  <a:cubicBezTo>
                    <a:pt x="236" y="497"/>
                    <a:pt x="505" y="330"/>
                    <a:pt x="795" y="208"/>
                  </a:cubicBezTo>
                  <a:cubicBezTo>
                    <a:pt x="1054" y="100"/>
                    <a:pt x="1327" y="30"/>
                    <a:pt x="1606" y="0"/>
                  </a:cubicBezTo>
                  <a:cubicBezTo>
                    <a:pt x="1709" y="962"/>
                    <a:pt x="1812" y="1925"/>
                    <a:pt x="1914" y="2887"/>
                  </a:cubicBezTo>
                  <a:cubicBezTo>
                    <a:pt x="1276" y="2159"/>
                    <a:pt x="638" y="1431"/>
                    <a:pt x="0" y="704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5" name=""/>
            <p:cNvSpPr/>
            <p:nvPr/>
          </p:nvSpPr>
          <p:spPr>
            <a:xfrm>
              <a:off x="3997440" y="2206080"/>
              <a:ext cx="1042920" cy="656280"/>
            </a:xfrm>
            <a:custGeom>
              <a:avLst/>
              <a:gdLst/>
              <a:ahLst/>
              <a:rect l="0" t="0" r="r" b="b"/>
              <a:pathLst>
                <a:path w="2897" h="1823">
                  <a:moveTo>
                    <a:pt x="0" y="1633"/>
                  </a:moveTo>
                  <a:cubicBezTo>
                    <a:pt x="21" y="1320"/>
                    <a:pt x="92" y="1012"/>
                    <a:pt x="212" y="721"/>
                  </a:cubicBezTo>
                  <a:cubicBezTo>
                    <a:pt x="318" y="461"/>
                    <a:pt x="462" y="218"/>
                    <a:pt x="638" y="0"/>
                  </a:cubicBezTo>
                  <a:cubicBezTo>
                    <a:pt x="1391" y="608"/>
                    <a:pt x="2144" y="1215"/>
                    <a:pt x="2897" y="1823"/>
                  </a:cubicBezTo>
                  <a:cubicBezTo>
                    <a:pt x="1932" y="1760"/>
                    <a:pt x="965" y="1696"/>
                    <a:pt x="0" y="1633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4001040" y="2862000"/>
              <a:ext cx="1039320" cy="689040"/>
            </a:xfrm>
            <a:custGeom>
              <a:avLst/>
              <a:gdLst/>
              <a:ahLst/>
              <a:rect l="0" t="0" r="r" b="b"/>
              <a:pathLst>
                <a:path w="2887" h="1914">
                  <a:moveTo>
                    <a:pt x="704" y="1914"/>
                  </a:moveTo>
                  <a:cubicBezTo>
                    <a:pt x="497" y="1678"/>
                    <a:pt x="330" y="1410"/>
                    <a:pt x="208" y="1120"/>
                  </a:cubicBezTo>
                  <a:cubicBezTo>
                    <a:pt x="100" y="860"/>
                    <a:pt x="30" y="588"/>
                    <a:pt x="0" y="308"/>
                  </a:cubicBezTo>
                  <a:cubicBezTo>
                    <a:pt x="962" y="205"/>
                    <a:pt x="1925" y="102"/>
                    <a:pt x="2887" y="0"/>
                  </a:cubicBezTo>
                  <a:cubicBezTo>
                    <a:pt x="2159" y="638"/>
                    <a:pt x="1431" y="1276"/>
                    <a:pt x="704" y="1914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4383720" y="2862000"/>
              <a:ext cx="656640" cy="1042920"/>
            </a:xfrm>
            <a:custGeom>
              <a:avLst/>
              <a:gdLst/>
              <a:ahLst/>
              <a:rect l="0" t="0" r="r" b="b"/>
              <a:pathLst>
                <a:path w="1824" h="2897">
                  <a:moveTo>
                    <a:pt x="1634" y="2897"/>
                  </a:moveTo>
                  <a:cubicBezTo>
                    <a:pt x="1320" y="2876"/>
                    <a:pt x="1013" y="2805"/>
                    <a:pt x="721" y="2685"/>
                  </a:cubicBezTo>
                  <a:cubicBezTo>
                    <a:pt x="462" y="2579"/>
                    <a:pt x="219" y="2435"/>
                    <a:pt x="0" y="2259"/>
                  </a:cubicBezTo>
                  <a:cubicBezTo>
                    <a:pt x="608" y="1506"/>
                    <a:pt x="1216" y="753"/>
                    <a:pt x="1824" y="0"/>
                  </a:cubicBezTo>
                  <a:cubicBezTo>
                    <a:pt x="1761" y="965"/>
                    <a:pt x="1697" y="1932"/>
                    <a:pt x="1634" y="289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5040000" y="2862000"/>
              <a:ext cx="689040" cy="1038960"/>
            </a:xfrm>
            <a:custGeom>
              <a:avLst/>
              <a:gdLst/>
              <a:ahLst/>
              <a:rect l="0" t="0" r="r" b="b"/>
              <a:pathLst>
                <a:path w="1914" h="2886">
                  <a:moveTo>
                    <a:pt x="1914" y="2182"/>
                  </a:moveTo>
                  <a:cubicBezTo>
                    <a:pt x="1678" y="2389"/>
                    <a:pt x="1410" y="2557"/>
                    <a:pt x="1120" y="2678"/>
                  </a:cubicBezTo>
                  <a:cubicBezTo>
                    <a:pt x="860" y="2786"/>
                    <a:pt x="588" y="2856"/>
                    <a:pt x="308" y="2886"/>
                  </a:cubicBezTo>
                  <a:cubicBezTo>
                    <a:pt x="205" y="1924"/>
                    <a:pt x="102" y="962"/>
                    <a:pt x="0" y="0"/>
                  </a:cubicBezTo>
                  <a:cubicBezTo>
                    <a:pt x="638" y="728"/>
                    <a:pt x="1276" y="1454"/>
                    <a:pt x="1914" y="2182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5040000" y="2862000"/>
              <a:ext cx="1042920" cy="656280"/>
            </a:xfrm>
            <a:custGeom>
              <a:avLst/>
              <a:gdLst/>
              <a:ahLst/>
              <a:rect l="0" t="0" r="r" b="b"/>
              <a:pathLst>
                <a:path w="2897" h="1823">
                  <a:moveTo>
                    <a:pt x="2897" y="189"/>
                  </a:moveTo>
                  <a:cubicBezTo>
                    <a:pt x="2876" y="503"/>
                    <a:pt x="2805" y="811"/>
                    <a:pt x="2685" y="1102"/>
                  </a:cubicBezTo>
                  <a:cubicBezTo>
                    <a:pt x="2579" y="1362"/>
                    <a:pt x="2435" y="1605"/>
                    <a:pt x="2259" y="1823"/>
                  </a:cubicBezTo>
                  <a:cubicBezTo>
                    <a:pt x="1506" y="1215"/>
                    <a:pt x="753" y="608"/>
                    <a:pt x="0" y="0"/>
                  </a:cubicBezTo>
                  <a:cubicBezTo>
                    <a:pt x="965" y="63"/>
                    <a:pt x="1932" y="126"/>
                    <a:pt x="2897" y="18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0" name=""/>
            <p:cNvSpPr/>
            <p:nvPr/>
          </p:nvSpPr>
          <p:spPr>
            <a:xfrm>
              <a:off x="5040000" y="2173320"/>
              <a:ext cx="1038960" cy="689040"/>
            </a:xfrm>
            <a:custGeom>
              <a:avLst/>
              <a:gdLst/>
              <a:ahLst/>
              <a:rect l="0" t="0" r="r" b="b"/>
              <a:pathLst>
                <a:path w="2886" h="1914">
                  <a:moveTo>
                    <a:pt x="2182" y="0"/>
                  </a:moveTo>
                  <a:cubicBezTo>
                    <a:pt x="2389" y="236"/>
                    <a:pt x="2556" y="505"/>
                    <a:pt x="2678" y="795"/>
                  </a:cubicBezTo>
                  <a:cubicBezTo>
                    <a:pt x="2785" y="1054"/>
                    <a:pt x="2856" y="1327"/>
                    <a:pt x="2886" y="1606"/>
                  </a:cubicBezTo>
                  <a:cubicBezTo>
                    <a:pt x="1924" y="1709"/>
                    <a:pt x="962" y="1812"/>
                    <a:pt x="0" y="1914"/>
                  </a:cubicBezTo>
                  <a:cubicBezTo>
                    <a:pt x="728" y="1276"/>
                    <a:pt x="1454" y="638"/>
                    <a:pt x="2182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5040000" y="1819800"/>
              <a:ext cx="656280" cy="1042560"/>
            </a:xfrm>
            <a:custGeom>
              <a:avLst/>
              <a:gdLst/>
              <a:ahLst/>
              <a:rect l="0" t="0" r="r" b="b"/>
              <a:pathLst>
                <a:path w="1823" h="2896">
                  <a:moveTo>
                    <a:pt x="189" y="0"/>
                  </a:moveTo>
                  <a:cubicBezTo>
                    <a:pt x="503" y="20"/>
                    <a:pt x="811" y="92"/>
                    <a:pt x="1102" y="211"/>
                  </a:cubicBezTo>
                  <a:cubicBezTo>
                    <a:pt x="1362" y="317"/>
                    <a:pt x="1605" y="461"/>
                    <a:pt x="1823" y="637"/>
                  </a:cubicBezTo>
                  <a:cubicBezTo>
                    <a:pt x="1215" y="1390"/>
                    <a:pt x="608" y="2143"/>
                    <a:pt x="0" y="2896"/>
                  </a:cubicBezTo>
                  <a:cubicBezTo>
                    <a:pt x="63" y="1931"/>
                    <a:pt x="126" y="965"/>
                    <a:pt x="189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4104000" y="1926000"/>
              <a:ext cx="1872000" cy="18720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383" name=""/>
            <p:cNvGrpSpPr/>
            <p:nvPr/>
          </p:nvGrpSpPr>
          <p:grpSpPr>
            <a:xfrm>
              <a:off x="4608000" y="3240000"/>
              <a:ext cx="864000" cy="108000"/>
              <a:chOff x="4608000" y="3240000"/>
              <a:chExt cx="864000" cy="108000"/>
            </a:xfrm>
          </p:grpSpPr>
          <p:sp>
            <p:nvSpPr>
              <p:cNvPr id="384" name=""/>
              <p:cNvSpPr/>
              <p:nvPr/>
            </p:nvSpPr>
            <p:spPr>
              <a:xfrm>
                <a:off x="4608000" y="3240000"/>
                <a:ext cx="108000" cy="10800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85" name=""/>
              <p:cNvSpPr/>
              <p:nvPr/>
            </p:nvSpPr>
            <p:spPr>
              <a:xfrm>
                <a:off x="4716000" y="3240000"/>
                <a:ext cx="108000" cy="108000"/>
              </a:xfrm>
              <a:prstGeom prst="rect">
                <a:avLst/>
              </a:prstGeom>
              <a:solidFill>
                <a:srgbClr val="fcdd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86" name=""/>
              <p:cNvSpPr/>
              <p:nvPr/>
            </p:nvSpPr>
            <p:spPr>
              <a:xfrm>
                <a:off x="4824000" y="3240000"/>
                <a:ext cx="108000" cy="108000"/>
              </a:xfrm>
              <a:prstGeom prst="rect">
                <a:avLst/>
              </a:prstGeom>
              <a:solidFill>
                <a:srgbClr val="e54b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87" name=""/>
              <p:cNvSpPr/>
              <p:nvPr/>
            </p:nvSpPr>
            <p:spPr>
              <a:xfrm>
                <a:off x="4932000" y="3240000"/>
                <a:ext cx="108000" cy="108000"/>
              </a:xfrm>
              <a:prstGeom prst="rect">
                <a:avLst/>
              </a:prstGeom>
              <a:solidFill>
                <a:srgbClr val="ed85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88" name=""/>
              <p:cNvSpPr/>
              <p:nvPr/>
            </p:nvSpPr>
            <p:spPr>
              <a:xfrm>
                <a:off x="5040000" y="3240000"/>
                <a:ext cx="108000" cy="108000"/>
              </a:xfrm>
              <a:prstGeom prst="rect">
                <a:avLst/>
              </a:prstGeom>
              <a:solidFill>
                <a:srgbClr val="60c4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89" name=""/>
              <p:cNvSpPr/>
              <p:nvPr/>
            </p:nvSpPr>
            <p:spPr>
              <a:xfrm>
                <a:off x="5148000" y="3240000"/>
                <a:ext cx="108000" cy="108000"/>
              </a:xfrm>
              <a:prstGeom prst="rect">
                <a:avLst/>
              </a:prstGeom>
              <a:solidFill>
                <a:srgbClr val="a9df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0" name=""/>
              <p:cNvSpPr/>
              <p:nvPr/>
            </p:nvSpPr>
            <p:spPr>
              <a:xfrm>
                <a:off x="5256000" y="3240000"/>
                <a:ext cx="108000" cy="108000"/>
              </a:xfrm>
              <a:prstGeom prst="rect">
                <a:avLst/>
              </a:prstGeom>
              <a:solidFill>
                <a:srgbClr val="7f59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91" name=""/>
              <p:cNvSpPr/>
              <p:nvPr/>
            </p:nvSpPr>
            <p:spPr>
              <a:xfrm>
                <a:off x="5364000" y="3240000"/>
                <a:ext cx="108000" cy="108000"/>
              </a:xfrm>
              <a:prstGeom prst="rect">
                <a:avLst/>
              </a:prstGeom>
              <a:solidFill>
                <a:srgbClr val="ab93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92" name=""/>
          <p:cNvSpPr/>
          <p:nvPr/>
        </p:nvSpPr>
        <p:spPr>
          <a:xfrm>
            <a:off x="3320280" y="1262520"/>
            <a:ext cx="1267560" cy="601920"/>
          </a:xfrm>
          <a:custGeom>
            <a:avLst/>
            <a:gdLst/>
            <a:ahLst/>
            <a:rect l="0" t="0" r="r" b="b"/>
            <a:pathLst>
              <a:path fill="none" w="3521" h="1672">
                <a:moveTo>
                  <a:pt x="3521" y="1672"/>
                </a:moveTo>
                <a:lnTo>
                  <a:pt x="2970" y="629"/>
                </a:lnTo>
                <a:lnTo>
                  <a:pt x="0" y="0"/>
                </a:lnTo>
              </a:path>
            </a:pathLst>
          </a:custGeom>
          <a:ln cap="rnd" w="28800">
            <a:solidFill>
              <a:srgbClr val="7f59ae"/>
            </a:solidFill>
            <a:round/>
            <a:headEnd len="med" type="oval" w="med"/>
          </a:ln>
        </p:spPr>
        <p:txBody>
          <a:bodyPr lIns="95040" rIns="95040" tIns="50040" bIns="500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3" name=""/>
          <p:cNvSpPr/>
          <p:nvPr/>
        </p:nvSpPr>
        <p:spPr>
          <a:xfrm flipH="1" flipV="1">
            <a:off x="2926800" y="2412000"/>
            <a:ext cx="10368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4" name=""/>
          <p:cNvSpPr/>
          <p:nvPr/>
        </p:nvSpPr>
        <p:spPr>
          <a:xfrm flipH="1">
            <a:off x="3348000" y="3340800"/>
            <a:ext cx="666000" cy="72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-42840" bIns="-428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5" name=""/>
          <p:cNvSpPr/>
          <p:nvPr/>
        </p:nvSpPr>
        <p:spPr>
          <a:xfrm>
            <a:off x="3122640" y="3895560"/>
            <a:ext cx="1495080" cy="568080"/>
          </a:xfrm>
          <a:custGeom>
            <a:avLst/>
            <a:gdLst/>
            <a:ahLst/>
            <a:rect l="0" t="0" r="r" b="b"/>
            <a:pathLst>
              <a:path fill="none" w="4153" h="1578">
                <a:moveTo>
                  <a:pt x="4153" y="0"/>
                </a:moveTo>
                <a:lnTo>
                  <a:pt x="3737" y="1121"/>
                </a:lnTo>
                <a:lnTo>
                  <a:pt x="0" y="1578"/>
                </a:lnTo>
              </a:path>
            </a:pathLst>
          </a:custGeom>
          <a:ln cap="rnd" w="28800">
            <a:solidFill>
              <a:srgbClr val="7f59ae"/>
            </a:solidFill>
            <a:round/>
            <a:headEnd len="med" type="oval" w="med"/>
          </a:ln>
        </p:spPr>
        <p:txBody>
          <a:bodyPr lIns="95040" rIns="95040" tIns="50040" bIns="500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6" name=""/>
          <p:cNvSpPr/>
          <p:nvPr/>
        </p:nvSpPr>
        <p:spPr>
          <a:xfrm>
            <a:off x="5514840" y="3875040"/>
            <a:ext cx="1595520" cy="635040"/>
          </a:xfrm>
          <a:custGeom>
            <a:avLst/>
            <a:gdLst/>
            <a:ahLst/>
            <a:rect l="0" t="0" r="r" b="b"/>
            <a:pathLst>
              <a:path fill="none" w="4432" h="1764">
                <a:moveTo>
                  <a:pt x="0" y="0"/>
                </a:moveTo>
                <a:lnTo>
                  <a:pt x="698" y="1010"/>
                </a:lnTo>
                <a:lnTo>
                  <a:pt x="4432" y="1764"/>
                </a:lnTo>
              </a:path>
            </a:pathLst>
          </a:custGeom>
          <a:ln cap="rnd" w="28800">
            <a:solidFill>
              <a:srgbClr val="7f59ae"/>
            </a:solidFill>
            <a:round/>
            <a:headEnd len="med" type="oval" w="med"/>
          </a:ln>
        </p:spPr>
        <p:txBody>
          <a:bodyPr lIns="95040" rIns="95040" tIns="50040" bIns="500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7" name=""/>
          <p:cNvSpPr/>
          <p:nvPr/>
        </p:nvSpPr>
        <p:spPr>
          <a:xfrm>
            <a:off x="6084000" y="3279600"/>
            <a:ext cx="756000" cy="684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18360" bIns="183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8" name=""/>
          <p:cNvSpPr/>
          <p:nvPr/>
        </p:nvSpPr>
        <p:spPr>
          <a:xfrm flipV="1">
            <a:off x="6084000" y="2340000"/>
            <a:ext cx="1116000" cy="72000"/>
          </a:xfrm>
          <a:prstGeom prst="line">
            <a:avLst/>
          </a:prstGeom>
          <a:ln cap="rnd" w="28800">
            <a:solidFill>
              <a:srgbClr val="7f59ae"/>
            </a:solidFill>
            <a:round/>
            <a:headEnd len="med" type="oval" w="med"/>
          </a:ln>
        </p:spPr>
        <p:style>
          <a:lnRef idx="0"/>
          <a:fillRef idx="0"/>
          <a:effectRef idx="0"/>
          <a:fontRef idx="minor"/>
        </p:style>
        <p:txBody>
          <a:bodyPr lIns="95040" rIns="95040" tIns="21960" bIns="2196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399" name=""/>
          <p:cNvSpPr/>
          <p:nvPr/>
        </p:nvSpPr>
        <p:spPr>
          <a:xfrm>
            <a:off x="5482440" y="1280160"/>
            <a:ext cx="1402920" cy="537120"/>
          </a:xfrm>
          <a:custGeom>
            <a:avLst/>
            <a:gdLst/>
            <a:ahLst/>
            <a:rect l="0" t="0" r="r" b="b"/>
            <a:pathLst>
              <a:path fill="none" w="3897" h="1492">
                <a:moveTo>
                  <a:pt x="0" y="1492"/>
                </a:moveTo>
                <a:lnTo>
                  <a:pt x="698" y="718"/>
                </a:lnTo>
                <a:lnTo>
                  <a:pt x="3897" y="0"/>
                </a:lnTo>
              </a:path>
            </a:pathLst>
          </a:custGeom>
          <a:ln cap="rnd" w="28800">
            <a:solidFill>
              <a:srgbClr val="7f59ae"/>
            </a:solidFill>
            <a:round/>
            <a:headEnd len="med" type="oval" w="med"/>
          </a:ln>
        </p:spPr>
        <p:txBody>
          <a:bodyPr lIns="95040" rIns="95040" tIns="50040" bIns="50040" anchor="ctr" anchorCtr="1">
            <a:noAutofit/>
          </a:bodyPr>
          <a:p>
            <a:endParaRPr b="1" lang="en-US" sz="1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400" name=""/>
          <p:cNvGrpSpPr/>
          <p:nvPr/>
        </p:nvGrpSpPr>
        <p:grpSpPr>
          <a:xfrm>
            <a:off x="2916720" y="756000"/>
            <a:ext cx="935280" cy="1080000"/>
            <a:chOff x="2916720" y="756000"/>
            <a:chExt cx="935280" cy="1080000"/>
          </a:xfrm>
        </p:grpSpPr>
        <p:sp>
          <p:nvSpPr>
            <p:cNvPr id="401" name=""/>
            <p:cNvSpPr/>
            <p:nvPr/>
          </p:nvSpPr>
          <p:spPr>
            <a:xfrm rot="5400000">
              <a:off x="2844360" y="828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2" name=""/>
            <p:cNvSpPr/>
            <p:nvPr/>
          </p:nvSpPr>
          <p:spPr>
            <a:xfrm rot="5400000">
              <a:off x="2916360" y="890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b93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03" name=""/>
            <p:cNvGrpSpPr/>
            <p:nvPr/>
          </p:nvGrpSpPr>
          <p:grpSpPr>
            <a:xfrm>
              <a:off x="3224520" y="1173600"/>
              <a:ext cx="319680" cy="245880"/>
              <a:chOff x="3224520" y="1173600"/>
              <a:chExt cx="319680" cy="245880"/>
            </a:xfrm>
          </p:grpSpPr>
          <p:sp>
            <p:nvSpPr>
              <p:cNvPr id="404" name=""/>
              <p:cNvSpPr/>
              <p:nvPr/>
            </p:nvSpPr>
            <p:spPr>
              <a:xfrm>
                <a:off x="3224520" y="1173600"/>
                <a:ext cx="319680" cy="245880"/>
              </a:xfrm>
              <a:custGeom>
                <a:avLst/>
                <a:gdLst/>
                <a:ahLst/>
                <a:rect l="0" t="0" r="r" b="b"/>
                <a:pathLst>
                  <a:path fill="none" w="888" h="683">
                    <a:moveTo>
                      <a:pt x="0" y="0"/>
                    </a:moveTo>
                    <a:cubicBezTo>
                      <a:pt x="0" y="227"/>
                      <a:pt x="0" y="456"/>
                      <a:pt x="0" y="683"/>
                    </a:cubicBezTo>
                    <a:cubicBezTo>
                      <a:pt x="296" y="683"/>
                      <a:pt x="592" y="683"/>
                      <a:pt x="888" y="683"/>
                    </a:cubicBezTo>
                  </a:path>
                </a:pathLst>
              </a:custGeom>
              <a:ln cap="rnd" w="28800">
                <a:solidFill>
                  <a:srgbClr val="ffffff"/>
                </a:solidFill>
                <a:round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05" name=""/>
              <p:cNvSpPr/>
              <p:nvPr/>
            </p:nvSpPr>
            <p:spPr>
              <a:xfrm>
                <a:off x="3273120" y="1212840"/>
                <a:ext cx="228960" cy="158040"/>
              </a:xfrm>
              <a:custGeom>
                <a:avLst/>
                <a:gdLst/>
                <a:ahLst/>
                <a:rect l="0" t="0" r="r" b="b"/>
                <a:pathLst>
                  <a:path fill="none" w="636" h="439">
                    <a:moveTo>
                      <a:pt x="0" y="439"/>
                    </a:moveTo>
                    <a:cubicBezTo>
                      <a:pt x="84" y="356"/>
                      <a:pt x="167" y="272"/>
                      <a:pt x="251" y="189"/>
                    </a:cubicBezTo>
                    <a:cubicBezTo>
                      <a:pt x="265" y="240"/>
                      <a:pt x="278" y="291"/>
                      <a:pt x="292" y="343"/>
                    </a:cubicBezTo>
                    <a:cubicBezTo>
                      <a:pt x="407" y="228"/>
                      <a:pt x="521" y="115"/>
                      <a:pt x="636" y="0"/>
                    </a:cubicBezTo>
                  </a:path>
                </a:pathLst>
              </a:custGeom>
              <a:ln cap="rnd" w="10800">
                <a:solidFill>
                  <a:srgbClr val="ffffff"/>
                </a:solidFill>
                <a:round/>
                <a:tailEnd len="med" type="triangle" w="med"/>
              </a:ln>
            </p:spPr>
            <p:txBody>
              <a:bodyPr lIns="-9000" rIns="-9000" tIns="-9000" bIns="-900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06" name=""/>
          <p:cNvGrpSpPr/>
          <p:nvPr/>
        </p:nvGrpSpPr>
        <p:grpSpPr>
          <a:xfrm>
            <a:off x="2466720" y="1800000"/>
            <a:ext cx="935280" cy="1080000"/>
            <a:chOff x="2466720" y="1800000"/>
            <a:chExt cx="935280" cy="1080000"/>
          </a:xfrm>
        </p:grpSpPr>
        <p:sp>
          <p:nvSpPr>
            <p:cNvPr id="407" name=""/>
            <p:cNvSpPr/>
            <p:nvPr/>
          </p:nvSpPr>
          <p:spPr>
            <a:xfrm rot="5400000">
              <a:off x="2394360" y="1872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8" name=""/>
            <p:cNvSpPr/>
            <p:nvPr/>
          </p:nvSpPr>
          <p:spPr>
            <a:xfrm rot="5400000">
              <a:off x="2466360" y="1934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09" name=""/>
            <p:cNvGrpSpPr/>
            <p:nvPr/>
          </p:nvGrpSpPr>
          <p:grpSpPr>
            <a:xfrm>
              <a:off x="2697480" y="2173320"/>
              <a:ext cx="479160" cy="334440"/>
              <a:chOff x="2697480" y="2173320"/>
              <a:chExt cx="479160" cy="334440"/>
            </a:xfrm>
          </p:grpSpPr>
          <p:sp>
            <p:nvSpPr>
              <p:cNvPr id="410" name=""/>
              <p:cNvSpPr/>
              <p:nvPr/>
            </p:nvSpPr>
            <p:spPr>
              <a:xfrm>
                <a:off x="2934720" y="231192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1" name=""/>
              <p:cNvSpPr/>
              <p:nvPr/>
            </p:nvSpPr>
            <p:spPr>
              <a:xfrm>
                <a:off x="2998440" y="231192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4" y="86"/>
                      <a:pt x="119" y="95"/>
                    </a:cubicBezTo>
                    <a:cubicBezTo>
                      <a:pt x="113" y="105"/>
                      <a:pt x="105" y="113"/>
                      <a:pt x="95" y="119"/>
                    </a:cubicBezTo>
                    <a:cubicBezTo>
                      <a:pt x="86" y="124"/>
                      <a:pt x="74" y="127"/>
                      <a:pt x="64" y="127"/>
                    </a:cubicBezTo>
                    <a:cubicBezTo>
                      <a:pt x="52" y="127"/>
                      <a:pt x="41" y="124"/>
                      <a:pt x="31" y="119"/>
                    </a:cubicBezTo>
                    <a:cubicBezTo>
                      <a:pt x="22" y="113"/>
                      <a:pt x="14" y="105"/>
                      <a:pt x="8" y="95"/>
                    </a:cubicBezTo>
                    <a:cubicBezTo>
                      <a:pt x="2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4"/>
                      <a:pt x="31" y="8"/>
                    </a:cubicBezTo>
                    <a:cubicBezTo>
                      <a:pt x="41" y="2"/>
                      <a:pt x="52" y="0"/>
                      <a:pt x="64" y="0"/>
                    </a:cubicBezTo>
                    <a:cubicBezTo>
                      <a:pt x="74" y="0"/>
                      <a:pt x="86" y="2"/>
                      <a:pt x="95" y="8"/>
                    </a:cubicBezTo>
                    <a:cubicBezTo>
                      <a:pt x="105" y="14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2" name=""/>
              <p:cNvSpPr/>
              <p:nvPr/>
            </p:nvSpPr>
            <p:spPr>
              <a:xfrm>
                <a:off x="3058560" y="231192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3"/>
                    </a:moveTo>
                    <a:cubicBezTo>
                      <a:pt x="127" y="74"/>
                      <a:pt x="123" y="86"/>
                      <a:pt x="118" y="95"/>
                    </a:cubicBezTo>
                    <a:cubicBezTo>
                      <a:pt x="112" y="105"/>
                      <a:pt x="104" y="113"/>
                      <a:pt x="94" y="119"/>
                    </a:cubicBezTo>
                    <a:cubicBezTo>
                      <a:pt x="84" y="124"/>
                      <a:pt x="74" y="127"/>
                      <a:pt x="64" y="127"/>
                    </a:cubicBezTo>
                    <a:cubicBezTo>
                      <a:pt x="52" y="127"/>
                      <a:pt x="42" y="124"/>
                      <a:pt x="32" y="119"/>
                    </a:cubicBezTo>
                    <a:cubicBezTo>
                      <a:pt x="22" y="113"/>
                      <a:pt x="15" y="105"/>
                      <a:pt x="9" y="95"/>
                    </a:cubicBezTo>
                    <a:cubicBezTo>
                      <a:pt x="3" y="86"/>
                      <a:pt x="0" y="74"/>
                      <a:pt x="0" y="63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2" y="13"/>
                      <a:pt x="32" y="8"/>
                    </a:cubicBezTo>
                    <a:cubicBezTo>
                      <a:pt x="42" y="2"/>
                      <a:pt x="52" y="0"/>
                      <a:pt x="64" y="0"/>
                    </a:cubicBezTo>
                    <a:cubicBezTo>
                      <a:pt x="74" y="0"/>
                      <a:pt x="84" y="2"/>
                      <a:pt x="94" y="8"/>
                    </a:cubicBezTo>
                    <a:cubicBezTo>
                      <a:pt x="104" y="13"/>
                      <a:pt x="113" y="22"/>
                      <a:pt x="118" y="31"/>
                    </a:cubicBezTo>
                    <a:cubicBezTo>
                      <a:pt x="124" y="41"/>
                      <a:pt x="127" y="52"/>
                      <a:pt x="127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3" name=""/>
              <p:cNvSpPr/>
              <p:nvPr/>
            </p:nvSpPr>
            <p:spPr>
              <a:xfrm>
                <a:off x="2805480" y="2226600"/>
                <a:ext cx="371160" cy="257040"/>
              </a:xfrm>
              <a:custGeom>
                <a:avLst/>
                <a:gdLst/>
                <a:ahLst/>
                <a:rect l="0" t="0" r="r" b="b"/>
                <a:pathLst>
                  <a:path w="1031" h="714">
                    <a:moveTo>
                      <a:pt x="268" y="0"/>
                    </a:moveTo>
                    <a:cubicBezTo>
                      <a:pt x="120" y="0"/>
                      <a:pt x="0" y="120"/>
                      <a:pt x="0" y="268"/>
                    </a:cubicBezTo>
                    <a:cubicBezTo>
                      <a:pt x="0" y="282"/>
                      <a:pt x="0" y="297"/>
                      <a:pt x="0" y="311"/>
                    </a:cubicBezTo>
                    <a:cubicBezTo>
                      <a:pt x="0" y="460"/>
                      <a:pt x="120" y="579"/>
                      <a:pt x="268" y="579"/>
                    </a:cubicBezTo>
                    <a:cubicBezTo>
                      <a:pt x="330" y="579"/>
                      <a:pt x="390" y="579"/>
                      <a:pt x="451" y="579"/>
                    </a:cubicBezTo>
                    <a:cubicBezTo>
                      <a:pt x="506" y="624"/>
                      <a:pt x="562" y="669"/>
                      <a:pt x="617" y="714"/>
                    </a:cubicBezTo>
                    <a:cubicBezTo>
                      <a:pt x="617" y="669"/>
                      <a:pt x="617" y="624"/>
                      <a:pt x="617" y="579"/>
                    </a:cubicBezTo>
                    <a:cubicBezTo>
                      <a:pt x="665" y="579"/>
                      <a:pt x="714" y="579"/>
                      <a:pt x="763" y="579"/>
                    </a:cubicBezTo>
                    <a:cubicBezTo>
                      <a:pt x="911" y="579"/>
                      <a:pt x="1031" y="460"/>
                      <a:pt x="1031" y="311"/>
                    </a:cubicBezTo>
                    <a:cubicBezTo>
                      <a:pt x="1031" y="297"/>
                      <a:pt x="1031" y="282"/>
                      <a:pt x="1031" y="268"/>
                    </a:cubicBezTo>
                    <a:cubicBezTo>
                      <a:pt x="1031" y="120"/>
                      <a:pt x="911" y="0"/>
                      <a:pt x="763" y="0"/>
                    </a:cubicBezTo>
                    <a:cubicBezTo>
                      <a:pt x="598" y="0"/>
                      <a:pt x="433" y="0"/>
                      <a:pt x="268" y="0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4" name=""/>
              <p:cNvSpPr/>
              <p:nvPr/>
            </p:nvSpPr>
            <p:spPr>
              <a:xfrm>
                <a:off x="2697480" y="2173320"/>
                <a:ext cx="281880" cy="281880"/>
              </a:xfrm>
              <a:custGeom>
                <a:avLst/>
                <a:gdLst/>
                <a:ahLst/>
                <a:rect l="0" t="0" r="r" b="b"/>
                <a:pathLst>
                  <a:path w="783" h="783">
                    <a:moveTo>
                      <a:pt x="783" y="392"/>
                    </a:moveTo>
                    <a:cubicBezTo>
                      <a:pt x="783" y="461"/>
                      <a:pt x="765" y="528"/>
                      <a:pt x="731" y="588"/>
                    </a:cubicBezTo>
                    <a:cubicBezTo>
                      <a:pt x="696" y="647"/>
                      <a:pt x="647" y="697"/>
                      <a:pt x="588" y="731"/>
                    </a:cubicBezTo>
                    <a:cubicBezTo>
                      <a:pt x="528" y="765"/>
                      <a:pt x="460" y="783"/>
                      <a:pt x="392" y="783"/>
                    </a:cubicBezTo>
                    <a:cubicBezTo>
                      <a:pt x="323" y="783"/>
                      <a:pt x="255" y="765"/>
                      <a:pt x="196" y="731"/>
                    </a:cubicBezTo>
                    <a:cubicBezTo>
                      <a:pt x="136" y="697"/>
                      <a:pt x="87" y="647"/>
                      <a:pt x="52" y="588"/>
                    </a:cubicBezTo>
                    <a:cubicBezTo>
                      <a:pt x="17" y="528"/>
                      <a:pt x="0" y="461"/>
                      <a:pt x="0" y="392"/>
                    </a:cubicBezTo>
                    <a:cubicBezTo>
                      <a:pt x="0" y="323"/>
                      <a:pt x="17" y="255"/>
                      <a:pt x="52" y="196"/>
                    </a:cubicBezTo>
                    <a:cubicBezTo>
                      <a:pt x="87" y="136"/>
                      <a:pt x="136" y="87"/>
                      <a:pt x="196" y="52"/>
                    </a:cubicBezTo>
                    <a:cubicBezTo>
                      <a:pt x="255" y="18"/>
                      <a:pt x="323" y="0"/>
                      <a:pt x="392" y="0"/>
                    </a:cubicBezTo>
                    <a:cubicBezTo>
                      <a:pt x="460" y="0"/>
                      <a:pt x="528" y="18"/>
                      <a:pt x="588" y="52"/>
                    </a:cubicBezTo>
                    <a:cubicBezTo>
                      <a:pt x="647" y="87"/>
                      <a:pt x="696" y="136"/>
                      <a:pt x="731" y="196"/>
                    </a:cubicBezTo>
                    <a:cubicBezTo>
                      <a:pt x="765" y="255"/>
                      <a:pt x="783" y="323"/>
                      <a:pt x="783" y="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5" name=""/>
              <p:cNvSpPr/>
              <p:nvPr/>
            </p:nvSpPr>
            <p:spPr>
              <a:xfrm>
                <a:off x="2765160" y="2424240"/>
                <a:ext cx="83520" cy="83520"/>
              </a:xfrm>
              <a:custGeom>
                <a:avLst/>
                <a:gdLst/>
                <a:ahLst/>
                <a:rect l="0" t="0" r="r" b="b"/>
                <a:pathLst>
                  <a:path w="232" h="232">
                    <a:moveTo>
                      <a:pt x="0" y="232"/>
                    </a:moveTo>
                    <a:cubicBezTo>
                      <a:pt x="77" y="155"/>
                      <a:pt x="155" y="77"/>
                      <a:pt x="232" y="0"/>
                    </a:cubicBezTo>
                    <a:cubicBezTo>
                      <a:pt x="155" y="0"/>
                      <a:pt x="77" y="0"/>
                      <a:pt x="0" y="0"/>
                    </a:cubicBezTo>
                    <a:cubicBezTo>
                      <a:pt x="0" y="77"/>
                      <a:pt x="0" y="155"/>
                      <a:pt x="0" y="2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6" name=""/>
              <p:cNvSpPr/>
              <p:nvPr/>
            </p:nvSpPr>
            <p:spPr>
              <a:xfrm>
                <a:off x="2746800" y="229824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7" name=""/>
              <p:cNvSpPr/>
              <p:nvPr/>
            </p:nvSpPr>
            <p:spPr>
              <a:xfrm>
                <a:off x="2810160" y="229824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3" y="85"/>
                      <a:pt x="118" y="94"/>
                    </a:cubicBezTo>
                    <a:cubicBezTo>
                      <a:pt x="113" y="104"/>
                      <a:pt x="104" y="113"/>
                      <a:pt x="94" y="118"/>
                    </a:cubicBezTo>
                    <a:cubicBezTo>
                      <a:pt x="85" y="123"/>
                      <a:pt x="74" y="127"/>
                      <a:pt x="64" y="127"/>
                    </a:cubicBezTo>
                    <a:cubicBezTo>
                      <a:pt x="52" y="127"/>
                      <a:pt x="42" y="123"/>
                      <a:pt x="31" y="118"/>
                    </a:cubicBezTo>
                    <a:cubicBezTo>
                      <a:pt x="21" y="113"/>
                      <a:pt x="15" y="104"/>
                      <a:pt x="9" y="94"/>
                    </a:cubicBezTo>
                    <a:cubicBezTo>
                      <a:pt x="3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9" y="31"/>
                    </a:cubicBezTo>
                    <a:cubicBezTo>
                      <a:pt x="14" y="22"/>
                      <a:pt x="21" y="14"/>
                      <a:pt x="31" y="9"/>
                    </a:cubicBezTo>
                    <a:cubicBezTo>
                      <a:pt x="41" y="3"/>
                      <a:pt x="52" y="0"/>
                      <a:pt x="64" y="0"/>
                    </a:cubicBezTo>
                    <a:cubicBezTo>
                      <a:pt x="74" y="0"/>
                      <a:pt x="85" y="3"/>
                      <a:pt x="94" y="9"/>
                    </a:cubicBezTo>
                    <a:cubicBezTo>
                      <a:pt x="104" y="15"/>
                      <a:pt x="113" y="22"/>
                      <a:pt x="118" y="31"/>
                    </a:cubicBezTo>
                    <a:cubicBezTo>
                      <a:pt x="123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18" name=""/>
              <p:cNvSpPr/>
              <p:nvPr/>
            </p:nvSpPr>
            <p:spPr>
              <a:xfrm>
                <a:off x="2870640" y="2298240"/>
                <a:ext cx="45720" cy="45720"/>
              </a:xfrm>
              <a:custGeom>
                <a:avLst/>
                <a:gdLst/>
                <a:ahLst/>
                <a:rect l="0" t="0" r="r" b="b"/>
                <a:pathLst>
                  <a:path w="127" h="127">
                    <a:moveTo>
                      <a:pt x="127" y="64"/>
                    </a:moveTo>
                    <a:cubicBezTo>
                      <a:pt x="127" y="74"/>
                      <a:pt x="124" y="85"/>
                      <a:pt x="119" y="94"/>
                    </a:cubicBezTo>
                    <a:cubicBezTo>
                      <a:pt x="113" y="104"/>
                      <a:pt x="105" y="113"/>
                      <a:pt x="95" y="118"/>
                    </a:cubicBezTo>
                    <a:cubicBezTo>
                      <a:pt x="86" y="123"/>
                      <a:pt x="73" y="127"/>
                      <a:pt x="63" y="127"/>
                    </a:cubicBezTo>
                    <a:cubicBezTo>
                      <a:pt x="52" y="127"/>
                      <a:pt x="41" y="123"/>
                      <a:pt x="31" y="118"/>
                    </a:cubicBezTo>
                    <a:cubicBezTo>
                      <a:pt x="22" y="113"/>
                      <a:pt x="14" y="104"/>
                      <a:pt x="8" y="94"/>
                    </a:cubicBezTo>
                    <a:cubicBezTo>
                      <a:pt x="2" y="85"/>
                      <a:pt x="0" y="74"/>
                      <a:pt x="0" y="64"/>
                    </a:cubicBezTo>
                    <a:cubicBezTo>
                      <a:pt x="0" y="52"/>
                      <a:pt x="3" y="41"/>
                      <a:pt x="8" y="31"/>
                    </a:cubicBezTo>
                    <a:cubicBezTo>
                      <a:pt x="14" y="22"/>
                      <a:pt x="22" y="15"/>
                      <a:pt x="31" y="9"/>
                    </a:cubicBezTo>
                    <a:cubicBezTo>
                      <a:pt x="41" y="3"/>
                      <a:pt x="52" y="0"/>
                      <a:pt x="63" y="0"/>
                    </a:cubicBezTo>
                    <a:cubicBezTo>
                      <a:pt x="74" y="0"/>
                      <a:pt x="86" y="3"/>
                      <a:pt x="95" y="9"/>
                    </a:cubicBezTo>
                    <a:cubicBezTo>
                      <a:pt x="105" y="15"/>
                      <a:pt x="113" y="22"/>
                      <a:pt x="119" y="31"/>
                    </a:cubicBezTo>
                    <a:cubicBezTo>
                      <a:pt x="124" y="41"/>
                      <a:pt x="127" y="52"/>
                      <a:pt x="127" y="6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19" name=""/>
          <p:cNvGrpSpPr/>
          <p:nvPr/>
        </p:nvGrpSpPr>
        <p:grpSpPr>
          <a:xfrm>
            <a:off x="2880720" y="2844000"/>
            <a:ext cx="935280" cy="1080000"/>
            <a:chOff x="2880720" y="2844000"/>
            <a:chExt cx="935280" cy="1080000"/>
          </a:xfrm>
        </p:grpSpPr>
        <p:sp>
          <p:nvSpPr>
            <p:cNvPr id="420" name=""/>
            <p:cNvSpPr/>
            <p:nvPr/>
          </p:nvSpPr>
          <p:spPr>
            <a:xfrm rot="5400000">
              <a:off x="2808360" y="2916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1" name=""/>
            <p:cNvSpPr/>
            <p:nvPr/>
          </p:nvSpPr>
          <p:spPr>
            <a:xfrm rot="5400000">
              <a:off x="2880360" y="2978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a9df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22" name=""/>
            <p:cNvGrpSpPr/>
            <p:nvPr/>
          </p:nvGrpSpPr>
          <p:grpSpPr>
            <a:xfrm>
              <a:off x="3215880" y="3164400"/>
              <a:ext cx="265320" cy="436680"/>
              <a:chOff x="3215880" y="3164400"/>
              <a:chExt cx="265320" cy="436680"/>
            </a:xfrm>
          </p:grpSpPr>
          <p:sp>
            <p:nvSpPr>
              <p:cNvPr id="423" name=""/>
              <p:cNvSpPr/>
              <p:nvPr/>
            </p:nvSpPr>
            <p:spPr>
              <a:xfrm>
                <a:off x="3215880" y="3164400"/>
                <a:ext cx="265320" cy="321840"/>
              </a:xfrm>
              <a:custGeom>
                <a:avLst/>
                <a:gdLst/>
                <a:ahLst/>
                <a:rect l="0" t="0" r="r" b="b"/>
                <a:pathLst>
                  <a:path w="737" h="894">
                    <a:moveTo>
                      <a:pt x="369" y="0"/>
                    </a:moveTo>
                    <a:cubicBezTo>
                      <a:pt x="165" y="0"/>
                      <a:pt x="0" y="165"/>
                      <a:pt x="0" y="369"/>
                    </a:cubicBezTo>
                    <a:cubicBezTo>
                      <a:pt x="0" y="442"/>
                      <a:pt x="22" y="515"/>
                      <a:pt x="64" y="575"/>
                    </a:cubicBezTo>
                    <a:lnTo>
                      <a:pt x="63" y="575"/>
                    </a:lnTo>
                    <a:cubicBezTo>
                      <a:pt x="83" y="630"/>
                      <a:pt x="198" y="788"/>
                      <a:pt x="202" y="893"/>
                    </a:cubicBezTo>
                    <a:cubicBezTo>
                      <a:pt x="308" y="893"/>
                      <a:pt x="414" y="894"/>
                      <a:pt x="519" y="894"/>
                    </a:cubicBezTo>
                    <a:cubicBezTo>
                      <a:pt x="523" y="794"/>
                      <a:pt x="603" y="677"/>
                      <a:pt x="650" y="609"/>
                    </a:cubicBezTo>
                    <a:cubicBezTo>
                      <a:pt x="707" y="541"/>
                      <a:pt x="737" y="456"/>
                      <a:pt x="737" y="369"/>
                    </a:cubicBezTo>
                    <a:cubicBezTo>
                      <a:pt x="737" y="165"/>
                      <a:pt x="573" y="0"/>
                      <a:pt x="3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3253320" y="3485160"/>
                <a:ext cx="184320" cy="29520"/>
              </a:xfrm>
              <a:custGeom>
                <a:avLst/>
                <a:gdLst/>
                <a:ahLst/>
                <a:rect l="0" t="0" r="r" b="b"/>
                <a:pathLst>
                  <a:path w="512" h="82">
                    <a:moveTo>
                      <a:pt x="255" y="82"/>
                    </a:moveTo>
                    <a:cubicBezTo>
                      <a:pt x="327" y="82"/>
                      <a:pt x="399" y="82"/>
                      <a:pt x="470" y="82"/>
                    </a:cubicBezTo>
                    <a:cubicBezTo>
                      <a:pt x="493" y="82"/>
                      <a:pt x="512" y="64"/>
                      <a:pt x="512" y="41"/>
                    </a:cubicBezTo>
                    <a:cubicBezTo>
                      <a:pt x="512" y="18"/>
                      <a:pt x="493" y="0"/>
                      <a:pt x="470" y="0"/>
                    </a:cubicBezTo>
                    <a:cubicBezTo>
                      <a:pt x="327" y="0"/>
                      <a:pt x="185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113" y="82"/>
                      <a:pt x="184" y="82"/>
                      <a:pt x="255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5" name=""/>
              <p:cNvSpPr/>
              <p:nvPr/>
            </p:nvSpPr>
            <p:spPr>
              <a:xfrm>
                <a:off x="3285360" y="3556440"/>
                <a:ext cx="118080" cy="44640"/>
              </a:xfrm>
              <a:custGeom>
                <a:avLst/>
                <a:gdLst/>
                <a:ahLst/>
                <a:rect l="0" t="0" r="r" b="b"/>
                <a:pathLst>
                  <a:path w="328" h="124">
                    <a:moveTo>
                      <a:pt x="164" y="124"/>
                    </a:moveTo>
                    <a:cubicBezTo>
                      <a:pt x="198" y="124"/>
                      <a:pt x="232" y="124"/>
                      <a:pt x="266" y="124"/>
                    </a:cubicBezTo>
                    <a:cubicBezTo>
                      <a:pt x="300" y="124"/>
                      <a:pt x="328" y="96"/>
                      <a:pt x="328" y="62"/>
                    </a:cubicBezTo>
                    <a:cubicBezTo>
                      <a:pt x="328" y="27"/>
                      <a:pt x="300" y="0"/>
                      <a:pt x="266" y="0"/>
                    </a:cubicBezTo>
                    <a:cubicBezTo>
                      <a:pt x="198" y="0"/>
                      <a:pt x="130" y="0"/>
                      <a:pt x="62" y="0"/>
                    </a:cubicBezTo>
                    <a:cubicBezTo>
                      <a:pt x="28" y="0"/>
                      <a:pt x="0" y="27"/>
                      <a:pt x="0" y="62"/>
                    </a:cubicBezTo>
                    <a:cubicBezTo>
                      <a:pt x="0" y="96"/>
                      <a:pt x="28" y="124"/>
                      <a:pt x="62" y="124"/>
                    </a:cubicBezTo>
                    <a:cubicBezTo>
                      <a:pt x="96" y="124"/>
                      <a:pt x="130" y="124"/>
                      <a:pt x="164" y="124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26" name=""/>
              <p:cNvSpPr/>
              <p:nvPr/>
            </p:nvSpPr>
            <p:spPr>
              <a:xfrm>
                <a:off x="3269520" y="3521520"/>
                <a:ext cx="150840" cy="29520"/>
              </a:xfrm>
              <a:custGeom>
                <a:avLst/>
                <a:gdLst/>
                <a:ahLst/>
                <a:rect l="0" t="0" r="r" b="b"/>
                <a:pathLst>
                  <a:path w="419" h="82">
                    <a:moveTo>
                      <a:pt x="210" y="82"/>
                    </a:moveTo>
                    <a:cubicBezTo>
                      <a:pt x="266" y="82"/>
                      <a:pt x="322" y="82"/>
                      <a:pt x="378" y="82"/>
                    </a:cubicBezTo>
                    <a:cubicBezTo>
                      <a:pt x="400" y="82"/>
                      <a:pt x="419" y="64"/>
                      <a:pt x="419" y="41"/>
                    </a:cubicBezTo>
                    <a:cubicBezTo>
                      <a:pt x="419" y="18"/>
                      <a:pt x="400" y="0"/>
                      <a:pt x="378" y="0"/>
                    </a:cubicBezTo>
                    <a:cubicBezTo>
                      <a:pt x="266" y="0"/>
                      <a:pt x="153" y="0"/>
                      <a:pt x="41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97" y="82"/>
                      <a:pt x="154" y="82"/>
                      <a:pt x="210" y="82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27" name=""/>
          <p:cNvGrpSpPr/>
          <p:nvPr/>
        </p:nvGrpSpPr>
        <p:grpSpPr>
          <a:xfrm>
            <a:off x="2646720" y="3924000"/>
            <a:ext cx="935280" cy="1080000"/>
            <a:chOff x="2646720" y="3924000"/>
            <a:chExt cx="935280" cy="1080000"/>
          </a:xfrm>
        </p:grpSpPr>
        <p:sp>
          <p:nvSpPr>
            <p:cNvPr id="428" name=""/>
            <p:cNvSpPr/>
            <p:nvPr/>
          </p:nvSpPr>
          <p:spPr>
            <a:xfrm rot="5400000">
              <a:off x="2574360" y="3996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9" name=""/>
            <p:cNvSpPr/>
            <p:nvPr/>
          </p:nvSpPr>
          <p:spPr>
            <a:xfrm rot="5400000">
              <a:off x="2646360" y="4058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30" name=""/>
            <p:cNvGrpSpPr/>
            <p:nvPr/>
          </p:nvGrpSpPr>
          <p:grpSpPr>
            <a:xfrm>
              <a:off x="2952000" y="4302720"/>
              <a:ext cx="325440" cy="323640"/>
              <a:chOff x="2952000" y="4302720"/>
              <a:chExt cx="325440" cy="323640"/>
            </a:xfrm>
          </p:grpSpPr>
          <p:sp>
            <p:nvSpPr>
              <p:cNvPr id="431" name=""/>
              <p:cNvSpPr/>
              <p:nvPr/>
            </p:nvSpPr>
            <p:spPr>
              <a:xfrm>
                <a:off x="2952000" y="4325040"/>
                <a:ext cx="301320" cy="301320"/>
              </a:xfrm>
              <a:custGeom>
                <a:avLst/>
                <a:gdLst/>
                <a:ahLst/>
                <a:rect l="0" t="0" r="r" b="b"/>
                <a:pathLst>
                  <a:path w="837" h="837">
                    <a:moveTo>
                      <a:pt x="837" y="419"/>
                    </a:moveTo>
                    <a:cubicBezTo>
                      <a:pt x="837" y="492"/>
                      <a:pt x="818" y="564"/>
                      <a:pt x="781" y="628"/>
                    </a:cubicBezTo>
                    <a:cubicBezTo>
                      <a:pt x="744" y="692"/>
                      <a:pt x="692" y="744"/>
                      <a:pt x="628" y="781"/>
                    </a:cubicBezTo>
                    <a:cubicBezTo>
                      <a:pt x="612" y="790"/>
                      <a:pt x="595" y="799"/>
                      <a:pt x="577" y="806"/>
                    </a:cubicBezTo>
                    <a:cubicBezTo>
                      <a:pt x="527" y="826"/>
                      <a:pt x="473" y="837"/>
                      <a:pt x="419" y="837"/>
                    </a:cubicBezTo>
                    <a:cubicBezTo>
                      <a:pt x="345" y="837"/>
                      <a:pt x="273" y="818"/>
                      <a:pt x="209" y="781"/>
                    </a:cubicBezTo>
                    <a:cubicBezTo>
                      <a:pt x="177" y="763"/>
                      <a:pt x="147" y="739"/>
                      <a:pt x="121" y="713"/>
                    </a:cubicBezTo>
                    <a:cubicBezTo>
                      <a:pt x="95" y="687"/>
                      <a:pt x="73" y="658"/>
                      <a:pt x="56" y="628"/>
                    </a:cubicBezTo>
                    <a:cubicBezTo>
                      <a:pt x="19" y="564"/>
                      <a:pt x="0" y="492"/>
                      <a:pt x="0" y="419"/>
                    </a:cubicBezTo>
                    <a:cubicBezTo>
                      <a:pt x="0" y="362"/>
                      <a:pt x="11" y="306"/>
                      <a:pt x="33" y="254"/>
                    </a:cubicBezTo>
                    <a:cubicBezTo>
                      <a:pt x="40" y="239"/>
                      <a:pt x="47" y="224"/>
                      <a:pt x="56" y="209"/>
                    </a:cubicBezTo>
                    <a:cubicBezTo>
                      <a:pt x="92" y="146"/>
                      <a:pt x="145" y="93"/>
                      <a:pt x="209" y="56"/>
                    </a:cubicBezTo>
                    <a:cubicBezTo>
                      <a:pt x="272" y="19"/>
                      <a:pt x="345" y="0"/>
                      <a:pt x="419" y="0"/>
                    </a:cubicBezTo>
                    <a:cubicBezTo>
                      <a:pt x="421" y="0"/>
                      <a:pt x="422" y="0"/>
                      <a:pt x="425" y="0"/>
                    </a:cubicBezTo>
                    <a:cubicBezTo>
                      <a:pt x="423" y="140"/>
                      <a:pt x="421" y="279"/>
                      <a:pt x="419" y="419"/>
                    </a:cubicBezTo>
                    <a:cubicBezTo>
                      <a:pt x="558" y="419"/>
                      <a:pt x="698" y="419"/>
                      <a:pt x="837" y="4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2" name=""/>
              <p:cNvSpPr/>
              <p:nvPr/>
            </p:nvSpPr>
            <p:spPr>
              <a:xfrm>
                <a:off x="3125520" y="4302720"/>
                <a:ext cx="151920" cy="153720"/>
              </a:xfrm>
              <a:custGeom>
                <a:avLst/>
                <a:gdLst/>
                <a:ahLst/>
                <a:rect l="0" t="0" r="r" b="b"/>
                <a:pathLst>
                  <a:path w="422" h="427">
                    <a:moveTo>
                      <a:pt x="0" y="0"/>
                    </a:moveTo>
                    <a:cubicBezTo>
                      <a:pt x="8" y="0"/>
                      <a:pt x="16" y="1"/>
                      <a:pt x="24" y="1"/>
                    </a:cubicBezTo>
                    <a:cubicBezTo>
                      <a:pt x="96" y="5"/>
                      <a:pt x="168" y="27"/>
                      <a:pt x="230" y="66"/>
                    </a:cubicBezTo>
                    <a:cubicBezTo>
                      <a:pt x="255" y="83"/>
                      <a:pt x="280" y="102"/>
                      <a:pt x="302" y="124"/>
                    </a:cubicBezTo>
                    <a:cubicBezTo>
                      <a:pt x="331" y="155"/>
                      <a:pt x="357" y="189"/>
                      <a:pt x="376" y="226"/>
                    </a:cubicBezTo>
                    <a:cubicBezTo>
                      <a:pt x="408" y="289"/>
                      <a:pt x="423" y="358"/>
                      <a:pt x="422" y="427"/>
                    </a:cubicBezTo>
                    <a:cubicBezTo>
                      <a:pt x="282" y="424"/>
                      <a:pt x="143" y="421"/>
                      <a:pt x="3" y="419"/>
                    </a:cubicBezTo>
                    <a:cubicBezTo>
                      <a:pt x="3" y="279"/>
                      <a:pt x="1" y="140"/>
                      <a:pt x="0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33" name=""/>
          <p:cNvGrpSpPr/>
          <p:nvPr/>
        </p:nvGrpSpPr>
        <p:grpSpPr>
          <a:xfrm>
            <a:off x="6624000" y="3924000"/>
            <a:ext cx="935280" cy="1080000"/>
            <a:chOff x="6624000" y="3924000"/>
            <a:chExt cx="935280" cy="1080000"/>
          </a:xfrm>
        </p:grpSpPr>
        <p:sp>
          <p:nvSpPr>
            <p:cNvPr id="434" name=""/>
            <p:cNvSpPr/>
            <p:nvPr/>
          </p:nvSpPr>
          <p:spPr>
            <a:xfrm rot="5400000">
              <a:off x="6551640" y="3996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5" name=""/>
            <p:cNvSpPr/>
            <p:nvPr/>
          </p:nvSpPr>
          <p:spPr>
            <a:xfrm rot="5400000">
              <a:off x="6623640" y="4058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d85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36" name=""/>
            <p:cNvGrpSpPr/>
            <p:nvPr/>
          </p:nvGrpSpPr>
          <p:grpSpPr>
            <a:xfrm>
              <a:off x="6953400" y="4248720"/>
              <a:ext cx="276480" cy="431640"/>
              <a:chOff x="6953400" y="4248720"/>
              <a:chExt cx="276480" cy="431640"/>
            </a:xfrm>
          </p:grpSpPr>
          <p:sp>
            <p:nvSpPr>
              <p:cNvPr id="437" name=""/>
              <p:cNvSpPr/>
              <p:nvPr/>
            </p:nvSpPr>
            <p:spPr>
              <a:xfrm>
                <a:off x="6953400" y="4450680"/>
                <a:ext cx="276480" cy="229680"/>
              </a:xfrm>
              <a:custGeom>
                <a:avLst/>
                <a:gdLst/>
                <a:ahLst/>
                <a:rect l="0" t="0" r="r" b="b"/>
                <a:pathLst>
                  <a:path w="768" h="638">
                    <a:moveTo>
                      <a:pt x="381" y="0"/>
                    </a:moveTo>
                    <a:cubicBezTo>
                      <a:pt x="170" y="0"/>
                      <a:pt x="0" y="179"/>
                      <a:pt x="0" y="402"/>
                    </a:cubicBezTo>
                    <a:cubicBezTo>
                      <a:pt x="0" y="464"/>
                      <a:pt x="0" y="527"/>
                      <a:pt x="0" y="589"/>
                    </a:cubicBezTo>
                    <a:cubicBezTo>
                      <a:pt x="0" y="606"/>
                      <a:pt x="1" y="622"/>
                      <a:pt x="3" y="638"/>
                    </a:cubicBezTo>
                    <a:cubicBezTo>
                      <a:pt x="257" y="637"/>
                      <a:pt x="511" y="637"/>
                      <a:pt x="765" y="637"/>
                    </a:cubicBezTo>
                    <a:cubicBezTo>
                      <a:pt x="767" y="621"/>
                      <a:pt x="768" y="605"/>
                      <a:pt x="768" y="589"/>
                    </a:cubicBezTo>
                    <a:cubicBezTo>
                      <a:pt x="768" y="527"/>
                      <a:pt x="768" y="464"/>
                      <a:pt x="768" y="402"/>
                    </a:cubicBezTo>
                    <a:cubicBezTo>
                      <a:pt x="768" y="179"/>
                      <a:pt x="598" y="0"/>
                      <a:pt x="387" y="0"/>
                    </a:cubicBezTo>
                    <a:cubicBezTo>
                      <a:pt x="385" y="0"/>
                      <a:pt x="383" y="0"/>
                      <a:pt x="381" y="0"/>
                    </a:cubicBezTo>
                    <a:close/>
                  </a:path>
                </a:pathLst>
              </a:custGeom>
              <a:solidFill>
                <a:srgbClr val="7f59ae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8" name=""/>
              <p:cNvSpPr/>
              <p:nvPr/>
            </p:nvSpPr>
            <p:spPr>
              <a:xfrm>
                <a:off x="7004880" y="4248720"/>
                <a:ext cx="173880" cy="186480"/>
              </a:xfrm>
              <a:custGeom>
                <a:avLst/>
                <a:gdLst/>
                <a:ahLst/>
                <a:rect l="0" t="0" r="r" b="b"/>
                <a:pathLst>
                  <a:path w="483" h="518">
                    <a:moveTo>
                      <a:pt x="483" y="259"/>
                    </a:moveTo>
                    <a:cubicBezTo>
                      <a:pt x="483" y="304"/>
                      <a:pt x="471" y="349"/>
                      <a:pt x="450" y="388"/>
                    </a:cubicBezTo>
                    <a:cubicBezTo>
                      <a:pt x="429" y="428"/>
                      <a:pt x="399" y="461"/>
                      <a:pt x="362" y="484"/>
                    </a:cubicBezTo>
                    <a:cubicBezTo>
                      <a:pt x="325" y="506"/>
                      <a:pt x="283" y="518"/>
                      <a:pt x="241" y="518"/>
                    </a:cubicBezTo>
                    <a:cubicBezTo>
                      <a:pt x="199" y="518"/>
                      <a:pt x="157" y="506"/>
                      <a:pt x="121" y="484"/>
                    </a:cubicBezTo>
                    <a:cubicBezTo>
                      <a:pt x="84" y="461"/>
                      <a:pt x="53" y="428"/>
                      <a:pt x="32" y="388"/>
                    </a:cubicBezTo>
                    <a:cubicBezTo>
                      <a:pt x="11" y="349"/>
                      <a:pt x="0" y="304"/>
                      <a:pt x="0" y="259"/>
                    </a:cubicBezTo>
                    <a:cubicBezTo>
                      <a:pt x="0" y="213"/>
                      <a:pt x="11" y="169"/>
                      <a:pt x="32" y="129"/>
                    </a:cubicBezTo>
                    <a:cubicBezTo>
                      <a:pt x="53" y="90"/>
                      <a:pt x="84" y="57"/>
                      <a:pt x="121" y="34"/>
                    </a:cubicBezTo>
                    <a:cubicBezTo>
                      <a:pt x="157" y="11"/>
                      <a:pt x="199" y="0"/>
                      <a:pt x="241" y="0"/>
                    </a:cubicBezTo>
                    <a:cubicBezTo>
                      <a:pt x="283" y="0"/>
                      <a:pt x="325" y="11"/>
                      <a:pt x="362" y="34"/>
                    </a:cubicBezTo>
                    <a:cubicBezTo>
                      <a:pt x="399" y="57"/>
                      <a:pt x="429" y="90"/>
                      <a:pt x="450" y="129"/>
                    </a:cubicBezTo>
                    <a:cubicBezTo>
                      <a:pt x="471" y="169"/>
                      <a:pt x="483" y="213"/>
                      <a:pt x="483" y="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39" name=""/>
              <p:cNvSpPr/>
              <p:nvPr/>
            </p:nvSpPr>
            <p:spPr>
              <a:xfrm>
                <a:off x="7062120" y="4448880"/>
                <a:ext cx="56520" cy="33120"/>
              </a:xfrm>
              <a:custGeom>
                <a:avLst/>
                <a:gdLst/>
                <a:ahLst/>
                <a:rect l="0" t="0" r="r" b="b"/>
                <a:pathLst>
                  <a:path w="157" h="92">
                    <a:moveTo>
                      <a:pt x="0" y="13"/>
                    </a:moveTo>
                    <a:cubicBezTo>
                      <a:pt x="27" y="40"/>
                      <a:pt x="55" y="66"/>
                      <a:pt x="82" y="92"/>
                    </a:cubicBezTo>
                    <a:cubicBezTo>
                      <a:pt x="108" y="66"/>
                      <a:pt x="132" y="40"/>
                      <a:pt x="157" y="13"/>
                    </a:cubicBezTo>
                    <a:cubicBezTo>
                      <a:pt x="108" y="-7"/>
                      <a:pt x="55" y="-2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0" name=""/>
              <p:cNvSpPr/>
              <p:nvPr/>
            </p:nvSpPr>
            <p:spPr>
              <a:xfrm>
                <a:off x="7068960" y="4496760"/>
                <a:ext cx="47880" cy="127440"/>
              </a:xfrm>
              <a:custGeom>
                <a:avLst/>
                <a:gdLst/>
                <a:ahLst/>
                <a:rect l="0" t="0" r="r" b="b"/>
                <a:pathLst>
                  <a:path w="133" h="354">
                    <a:moveTo>
                      <a:pt x="67" y="0"/>
                    </a:moveTo>
                    <a:cubicBezTo>
                      <a:pt x="89" y="101"/>
                      <a:pt x="111" y="200"/>
                      <a:pt x="133" y="301"/>
                    </a:cubicBezTo>
                    <a:cubicBezTo>
                      <a:pt x="110" y="318"/>
                      <a:pt x="87" y="337"/>
                      <a:pt x="65" y="354"/>
                    </a:cubicBezTo>
                    <a:cubicBezTo>
                      <a:pt x="43" y="337"/>
                      <a:pt x="22" y="318"/>
                      <a:pt x="0" y="301"/>
                    </a:cubicBezTo>
                    <a:cubicBezTo>
                      <a:pt x="23" y="200"/>
                      <a:pt x="45" y="101"/>
                      <a:pt x="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41" name=""/>
          <p:cNvGrpSpPr/>
          <p:nvPr/>
        </p:nvGrpSpPr>
        <p:grpSpPr>
          <a:xfrm>
            <a:off x="6336720" y="2844000"/>
            <a:ext cx="935280" cy="1080000"/>
            <a:chOff x="6336720" y="2844000"/>
            <a:chExt cx="935280" cy="1080000"/>
          </a:xfrm>
        </p:grpSpPr>
        <p:sp>
          <p:nvSpPr>
            <p:cNvPr id="442" name=""/>
            <p:cNvSpPr/>
            <p:nvPr/>
          </p:nvSpPr>
          <p:spPr>
            <a:xfrm rot="5400000">
              <a:off x="6264360" y="2916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e54b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e54b89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3" name=""/>
            <p:cNvSpPr/>
            <p:nvPr/>
          </p:nvSpPr>
          <p:spPr>
            <a:xfrm rot="5400000">
              <a:off x="6336360" y="2978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44" name=""/>
            <p:cNvGrpSpPr/>
            <p:nvPr/>
          </p:nvGrpSpPr>
          <p:grpSpPr>
            <a:xfrm>
              <a:off x="6679080" y="3244680"/>
              <a:ext cx="271080" cy="278640"/>
              <a:chOff x="6679080" y="3244680"/>
              <a:chExt cx="271080" cy="278640"/>
            </a:xfrm>
          </p:grpSpPr>
          <p:sp>
            <p:nvSpPr>
              <p:cNvPr id="445" name=""/>
              <p:cNvSpPr/>
              <p:nvPr/>
            </p:nvSpPr>
            <p:spPr>
              <a:xfrm>
                <a:off x="6679080" y="3413880"/>
                <a:ext cx="72360" cy="72360"/>
              </a:xfrm>
              <a:custGeom>
                <a:avLst/>
                <a:gdLst/>
                <a:ahLst/>
                <a:rect l="0" t="0" r="r" b="b"/>
                <a:pathLst>
                  <a:path w="201" h="201">
                    <a:moveTo>
                      <a:pt x="200" y="119"/>
                    </a:moveTo>
                    <a:cubicBezTo>
                      <a:pt x="196" y="136"/>
                      <a:pt x="188" y="152"/>
                      <a:pt x="178" y="166"/>
                    </a:cubicBezTo>
                    <a:cubicBezTo>
                      <a:pt x="167" y="179"/>
                      <a:pt x="153" y="189"/>
                      <a:pt x="135" y="196"/>
                    </a:cubicBezTo>
                    <a:cubicBezTo>
                      <a:pt x="120" y="201"/>
                      <a:pt x="101" y="203"/>
                      <a:pt x="83" y="200"/>
                    </a:cubicBezTo>
                    <a:cubicBezTo>
                      <a:pt x="67" y="196"/>
                      <a:pt x="49" y="189"/>
                      <a:pt x="36" y="178"/>
                    </a:cubicBezTo>
                    <a:cubicBezTo>
                      <a:pt x="22" y="167"/>
                      <a:pt x="13" y="152"/>
                      <a:pt x="6" y="135"/>
                    </a:cubicBezTo>
                    <a:cubicBezTo>
                      <a:pt x="0" y="118"/>
                      <a:pt x="-1" y="100"/>
                      <a:pt x="1" y="83"/>
                    </a:cubicBezTo>
                    <a:cubicBezTo>
                      <a:pt x="5" y="65"/>
                      <a:pt x="13" y="49"/>
                      <a:pt x="23" y="35"/>
                    </a:cubicBezTo>
                    <a:cubicBezTo>
                      <a:pt x="35" y="22"/>
                      <a:pt x="48" y="12"/>
                      <a:pt x="66" y="6"/>
                    </a:cubicBezTo>
                    <a:cubicBezTo>
                      <a:pt x="82" y="0"/>
                      <a:pt x="100" y="-1"/>
                      <a:pt x="117" y="1"/>
                    </a:cubicBezTo>
                    <a:cubicBezTo>
                      <a:pt x="134" y="5"/>
                      <a:pt x="151" y="13"/>
                      <a:pt x="164" y="24"/>
                    </a:cubicBezTo>
                    <a:cubicBezTo>
                      <a:pt x="178" y="35"/>
                      <a:pt x="188" y="50"/>
                      <a:pt x="194" y="67"/>
                    </a:cubicBezTo>
                    <a:cubicBezTo>
                      <a:pt x="201" y="84"/>
                      <a:pt x="202" y="101"/>
                      <a:pt x="200" y="1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6" name=""/>
              <p:cNvSpPr/>
              <p:nvPr/>
            </p:nvSpPr>
            <p:spPr>
              <a:xfrm>
                <a:off x="6741720" y="3368880"/>
                <a:ext cx="57600" cy="115200"/>
              </a:xfrm>
              <a:custGeom>
                <a:avLst/>
                <a:gdLst/>
                <a:ahLst/>
                <a:rect l="0" t="0" r="r" b="b"/>
                <a:pathLst>
                  <a:path fill="none" w="160" h="320">
                    <a:moveTo>
                      <a:pt x="0" y="0"/>
                    </a:moveTo>
                    <a:cubicBezTo>
                      <a:pt x="23" y="8"/>
                      <a:pt x="45" y="20"/>
                      <a:pt x="64" y="35"/>
                    </a:cubicBezTo>
                    <a:cubicBezTo>
                      <a:pt x="96" y="59"/>
                      <a:pt x="122" y="92"/>
                      <a:pt x="139" y="129"/>
                    </a:cubicBezTo>
                    <a:cubicBezTo>
                      <a:pt x="140" y="131"/>
                      <a:pt x="141" y="133"/>
                      <a:pt x="141" y="134"/>
                    </a:cubicBezTo>
                    <a:cubicBezTo>
                      <a:pt x="157" y="173"/>
                      <a:pt x="164" y="217"/>
                      <a:pt x="158" y="259"/>
                    </a:cubicBezTo>
                    <a:cubicBezTo>
                      <a:pt x="156" y="280"/>
                      <a:pt x="150" y="301"/>
                      <a:pt x="143" y="320"/>
                    </a:cubicBezTo>
                  </a:path>
                </a:pathLst>
              </a:custGeom>
              <a:ln cap="rnd" w="39600">
                <a:solidFill>
                  <a:srgbClr val="ffffff"/>
                </a:solidFill>
                <a:round/>
              </a:ln>
            </p:spPr>
            <p:txBody>
              <a:bodyPr lIns="5400" rIns="5400" tIns="5400" bIns="540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7" name=""/>
              <p:cNvSpPr/>
              <p:nvPr/>
            </p:nvSpPr>
            <p:spPr>
              <a:xfrm>
                <a:off x="6774480" y="3304440"/>
                <a:ext cx="101880" cy="202680"/>
              </a:xfrm>
              <a:custGeom>
                <a:avLst/>
                <a:gdLst/>
                <a:ahLst/>
                <a:rect l="0" t="0" r="r" b="b"/>
                <a:pathLst>
                  <a:path fill="none" w="283" h="563">
                    <a:moveTo>
                      <a:pt x="0" y="0"/>
                    </a:moveTo>
                    <a:cubicBezTo>
                      <a:pt x="40" y="15"/>
                      <a:pt x="79" y="35"/>
                      <a:pt x="113" y="61"/>
                    </a:cubicBezTo>
                    <a:cubicBezTo>
                      <a:pt x="171" y="105"/>
                      <a:pt x="216" y="162"/>
                      <a:pt x="245" y="228"/>
                    </a:cubicBezTo>
                    <a:cubicBezTo>
                      <a:pt x="247" y="231"/>
                      <a:pt x="247" y="233"/>
                      <a:pt x="248" y="236"/>
                    </a:cubicBezTo>
                    <a:cubicBezTo>
                      <a:pt x="278" y="305"/>
                      <a:pt x="289" y="380"/>
                      <a:pt x="279" y="455"/>
                    </a:cubicBezTo>
                    <a:cubicBezTo>
                      <a:pt x="275" y="492"/>
                      <a:pt x="265" y="528"/>
                      <a:pt x="251" y="563"/>
                    </a:cubicBezTo>
                  </a:path>
                </a:pathLst>
              </a:custGeom>
              <a:ln cap="rnd" w="39600">
                <a:solidFill>
                  <a:srgbClr val="ffffff"/>
                </a:solidFill>
                <a:round/>
              </a:ln>
            </p:spPr>
            <p:txBody>
              <a:bodyPr lIns="5400" rIns="5400" tIns="5400" bIns="540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48" name=""/>
              <p:cNvSpPr/>
              <p:nvPr/>
            </p:nvSpPr>
            <p:spPr>
              <a:xfrm>
                <a:off x="6810480" y="3244680"/>
                <a:ext cx="139680" cy="278640"/>
              </a:xfrm>
              <a:custGeom>
                <a:avLst/>
                <a:gdLst/>
                <a:ahLst/>
                <a:rect l="0" t="0" r="r" b="b"/>
                <a:pathLst>
                  <a:path fill="none" w="388" h="774">
                    <a:moveTo>
                      <a:pt x="0" y="0"/>
                    </a:moveTo>
                    <a:cubicBezTo>
                      <a:pt x="56" y="20"/>
                      <a:pt x="108" y="48"/>
                      <a:pt x="156" y="84"/>
                    </a:cubicBezTo>
                    <a:cubicBezTo>
                      <a:pt x="234" y="144"/>
                      <a:pt x="296" y="223"/>
                      <a:pt x="337" y="313"/>
                    </a:cubicBezTo>
                    <a:cubicBezTo>
                      <a:pt x="338" y="317"/>
                      <a:pt x="340" y="321"/>
                      <a:pt x="342" y="324"/>
                    </a:cubicBezTo>
                    <a:cubicBezTo>
                      <a:pt x="382" y="419"/>
                      <a:pt x="396" y="523"/>
                      <a:pt x="383" y="625"/>
                    </a:cubicBezTo>
                    <a:cubicBezTo>
                      <a:pt x="377" y="676"/>
                      <a:pt x="364" y="726"/>
                      <a:pt x="345" y="774"/>
                    </a:cubicBezTo>
                  </a:path>
                </a:pathLst>
              </a:custGeom>
              <a:ln cap="rnd" w="39600">
                <a:solidFill>
                  <a:srgbClr val="ffffff"/>
                </a:solidFill>
                <a:round/>
              </a:ln>
            </p:spPr>
            <p:txBody>
              <a:bodyPr lIns="5400" rIns="5400" tIns="5400" bIns="540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49" name=""/>
          <p:cNvGrpSpPr/>
          <p:nvPr/>
        </p:nvGrpSpPr>
        <p:grpSpPr>
          <a:xfrm>
            <a:off x="6696720" y="1800000"/>
            <a:ext cx="935280" cy="1080000"/>
            <a:chOff x="6696720" y="1800000"/>
            <a:chExt cx="935280" cy="1080000"/>
          </a:xfrm>
        </p:grpSpPr>
        <p:sp>
          <p:nvSpPr>
            <p:cNvPr id="450" name=""/>
            <p:cNvSpPr/>
            <p:nvPr/>
          </p:nvSpPr>
          <p:spPr>
            <a:xfrm rot="5400000">
              <a:off x="6624360" y="1872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1" name=""/>
            <p:cNvSpPr/>
            <p:nvPr/>
          </p:nvSpPr>
          <p:spPr>
            <a:xfrm rot="5400000">
              <a:off x="6696360" y="1934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cdd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52" name=""/>
            <p:cNvGrpSpPr/>
            <p:nvPr/>
          </p:nvGrpSpPr>
          <p:grpSpPr>
            <a:xfrm>
              <a:off x="7004520" y="2217240"/>
              <a:ext cx="319680" cy="245520"/>
              <a:chOff x="7004520" y="2217240"/>
              <a:chExt cx="319680" cy="245520"/>
            </a:xfrm>
          </p:grpSpPr>
          <p:sp>
            <p:nvSpPr>
              <p:cNvPr id="453" name=""/>
              <p:cNvSpPr/>
              <p:nvPr/>
            </p:nvSpPr>
            <p:spPr>
              <a:xfrm>
                <a:off x="7004520" y="2217240"/>
                <a:ext cx="319680" cy="245520"/>
              </a:xfrm>
              <a:custGeom>
                <a:avLst/>
                <a:gdLst/>
                <a:ahLst/>
                <a:rect l="0" t="0" r="r" b="b"/>
                <a:pathLst>
                  <a:path fill="none" w="888" h="682">
                    <a:moveTo>
                      <a:pt x="0" y="0"/>
                    </a:moveTo>
                    <a:cubicBezTo>
                      <a:pt x="0" y="227"/>
                      <a:pt x="0" y="455"/>
                      <a:pt x="0" y="682"/>
                    </a:cubicBezTo>
                    <a:cubicBezTo>
                      <a:pt x="296" y="682"/>
                      <a:pt x="592" y="682"/>
                      <a:pt x="888" y="682"/>
                    </a:cubicBezTo>
                  </a:path>
                </a:pathLst>
              </a:custGeom>
              <a:ln cap="rnd" w="28800">
                <a:solidFill>
                  <a:srgbClr val="7f59ae"/>
                </a:solidFill>
                <a:round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4" name=""/>
              <p:cNvSpPr/>
              <p:nvPr/>
            </p:nvSpPr>
            <p:spPr>
              <a:xfrm>
                <a:off x="7041240" y="2268360"/>
                <a:ext cx="54000" cy="1663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5" name=""/>
              <p:cNvSpPr/>
              <p:nvPr/>
            </p:nvSpPr>
            <p:spPr>
              <a:xfrm>
                <a:off x="7117920" y="2319480"/>
                <a:ext cx="54000" cy="115560"/>
              </a:xfrm>
              <a:prstGeom prst="rect">
                <a:avLst/>
              </a:prstGeom>
              <a:solidFill>
                <a:srgbClr val="f8b6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6" name=""/>
              <p:cNvSpPr/>
              <p:nvPr/>
            </p:nvSpPr>
            <p:spPr>
              <a:xfrm>
                <a:off x="7196040" y="2357280"/>
                <a:ext cx="54000" cy="774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57" name=""/>
          <p:cNvGrpSpPr/>
          <p:nvPr/>
        </p:nvGrpSpPr>
        <p:grpSpPr>
          <a:xfrm>
            <a:off x="6372720" y="756000"/>
            <a:ext cx="935280" cy="1080000"/>
            <a:chOff x="6372720" y="756000"/>
            <a:chExt cx="935280" cy="1080000"/>
          </a:xfrm>
        </p:grpSpPr>
        <p:sp>
          <p:nvSpPr>
            <p:cNvPr id="458" name=""/>
            <p:cNvSpPr/>
            <p:nvPr/>
          </p:nvSpPr>
          <p:spPr>
            <a:xfrm rot="5400000">
              <a:off x="6300360" y="828360"/>
              <a:ext cx="1080000" cy="935280"/>
            </a:xfrm>
            <a:prstGeom prst="hexagon">
              <a:avLst>
                <a:gd name="adj" fmla="val 28868"/>
                <a:gd name="vf" fmla="val 115470"/>
              </a:avLst>
            </a:prstGeom>
            <a:noFill/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9" name=""/>
            <p:cNvSpPr/>
            <p:nvPr/>
          </p:nvSpPr>
          <p:spPr>
            <a:xfrm rot="5400000">
              <a:off x="6372360" y="890640"/>
              <a:ext cx="936000" cy="810720"/>
            </a:xfrm>
            <a:prstGeom prst="hexagon">
              <a:avLst>
                <a:gd name="adj" fmla="val 28863"/>
                <a:gd name="vf" fmla="val 115470"/>
              </a:avLst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60" name=""/>
            <p:cNvGrpSpPr/>
            <p:nvPr/>
          </p:nvGrpSpPr>
          <p:grpSpPr>
            <a:xfrm>
              <a:off x="6680880" y="1109880"/>
              <a:ext cx="317520" cy="373320"/>
              <a:chOff x="6680880" y="1109880"/>
              <a:chExt cx="317520" cy="373320"/>
            </a:xfrm>
          </p:grpSpPr>
          <p:sp>
            <p:nvSpPr>
              <p:cNvPr id="461" name=""/>
              <p:cNvSpPr/>
              <p:nvPr/>
            </p:nvSpPr>
            <p:spPr>
              <a:xfrm>
                <a:off x="6890400" y="1339200"/>
                <a:ext cx="108000" cy="144000"/>
              </a:xfrm>
              <a:prstGeom prst="line">
                <a:avLst/>
              </a:prstGeom>
              <a:ln cap="rnd" w="28800">
                <a:solidFill>
                  <a:srgbClr val="7f59a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7f59ae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2" name=""/>
              <p:cNvSpPr/>
              <p:nvPr/>
            </p:nvSpPr>
            <p:spPr>
              <a:xfrm>
                <a:off x="6680880" y="1109880"/>
                <a:ext cx="230040" cy="230040"/>
              </a:xfrm>
              <a:custGeom>
                <a:avLst/>
                <a:gdLst/>
                <a:ahLst/>
                <a:rect l="0" t="0" r="r" b="b"/>
                <a:pathLst>
                  <a:path w="639" h="639">
                    <a:moveTo>
                      <a:pt x="639" y="319"/>
                    </a:moveTo>
                    <a:cubicBezTo>
                      <a:pt x="639" y="375"/>
                      <a:pt x="624" y="430"/>
                      <a:pt x="596" y="479"/>
                    </a:cubicBezTo>
                    <a:cubicBezTo>
                      <a:pt x="568" y="527"/>
                      <a:pt x="527" y="568"/>
                      <a:pt x="479" y="596"/>
                    </a:cubicBezTo>
                    <a:cubicBezTo>
                      <a:pt x="430" y="624"/>
                      <a:pt x="375" y="639"/>
                      <a:pt x="319" y="639"/>
                    </a:cubicBezTo>
                    <a:cubicBezTo>
                      <a:pt x="262" y="639"/>
                      <a:pt x="208" y="624"/>
                      <a:pt x="160" y="596"/>
                    </a:cubicBezTo>
                    <a:cubicBezTo>
                      <a:pt x="111" y="568"/>
                      <a:pt x="71" y="527"/>
                      <a:pt x="43" y="479"/>
                    </a:cubicBezTo>
                    <a:cubicBezTo>
                      <a:pt x="15" y="430"/>
                      <a:pt x="0" y="375"/>
                      <a:pt x="0" y="319"/>
                    </a:cubicBezTo>
                    <a:cubicBezTo>
                      <a:pt x="0" y="262"/>
                      <a:pt x="15" y="208"/>
                      <a:pt x="43" y="160"/>
                    </a:cubicBezTo>
                    <a:cubicBezTo>
                      <a:pt x="71" y="111"/>
                      <a:pt x="111" y="71"/>
                      <a:pt x="160" y="43"/>
                    </a:cubicBezTo>
                    <a:cubicBezTo>
                      <a:pt x="208" y="15"/>
                      <a:pt x="262" y="0"/>
                      <a:pt x="319" y="0"/>
                    </a:cubicBezTo>
                    <a:cubicBezTo>
                      <a:pt x="375" y="0"/>
                      <a:pt x="430" y="15"/>
                      <a:pt x="479" y="43"/>
                    </a:cubicBezTo>
                    <a:cubicBezTo>
                      <a:pt x="527" y="71"/>
                      <a:pt x="568" y="111"/>
                      <a:pt x="596" y="160"/>
                    </a:cubicBezTo>
                    <a:cubicBezTo>
                      <a:pt x="624" y="208"/>
                      <a:pt x="639" y="262"/>
                      <a:pt x="639" y="319"/>
                    </a:cubicBez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3" name=""/>
              <p:cNvSpPr/>
              <p:nvPr/>
            </p:nvSpPr>
            <p:spPr>
              <a:xfrm>
                <a:off x="6792120" y="1140120"/>
                <a:ext cx="73080" cy="42120"/>
              </a:xfrm>
              <a:custGeom>
                <a:avLst/>
                <a:gdLst/>
                <a:ahLst/>
                <a:rect l="0" t="0" r="r" b="b"/>
                <a:pathLst>
                  <a:path fill="none" w="203" h="117">
                    <a:moveTo>
                      <a:pt x="0" y="0"/>
                    </a:moveTo>
                    <a:cubicBezTo>
                      <a:pt x="102" y="4"/>
                      <a:pt x="162" y="45"/>
                      <a:pt x="203" y="117"/>
                    </a:cubicBezTo>
                  </a:path>
                </a:pathLst>
              </a:custGeom>
              <a:ln cap="rnd" w="5400">
                <a:solidFill>
                  <a:srgbClr val="ffffff"/>
                </a:solidFill>
                <a:round/>
              </a:ln>
            </p:spPr>
            <p:txBody>
              <a:bodyPr lIns="-11520" rIns="-11520" tIns="-11520" bIns="-11520" anchor="ctr" anchorCtr="1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464" name="PlaceHolder 1"/>
          <p:cNvSpPr>
            <a:spLocks noGrp="1"/>
          </p:cNvSpPr>
          <p:nvPr>
            <p:ph type="subTitle"/>
          </p:nvPr>
        </p:nvSpPr>
        <p:spPr>
          <a:xfrm>
            <a:off x="468000" y="828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algn="ctr"/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468000" y="1260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ubTitle"/>
          </p:nvPr>
        </p:nvSpPr>
        <p:spPr>
          <a:xfrm>
            <a:off x="36000" y="1836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/>
          </p:nvPr>
        </p:nvSpPr>
        <p:spPr>
          <a:xfrm>
            <a:off x="36000" y="2268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8" name="PlaceHolder 5"/>
          <p:cNvSpPr>
            <a:spLocks noGrp="1"/>
          </p:cNvSpPr>
          <p:nvPr>
            <p:ph type="subTitle"/>
          </p:nvPr>
        </p:nvSpPr>
        <p:spPr>
          <a:xfrm>
            <a:off x="432000" y="2844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69" name="PlaceHolder 6"/>
          <p:cNvSpPr>
            <a:spLocks noGrp="1"/>
          </p:cNvSpPr>
          <p:nvPr>
            <p:ph/>
          </p:nvPr>
        </p:nvSpPr>
        <p:spPr>
          <a:xfrm>
            <a:off x="432000" y="3276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0" name="PlaceHolder 7"/>
          <p:cNvSpPr>
            <a:spLocks noGrp="1"/>
          </p:cNvSpPr>
          <p:nvPr>
            <p:ph type="subTitle"/>
          </p:nvPr>
        </p:nvSpPr>
        <p:spPr>
          <a:xfrm>
            <a:off x="216000" y="3996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71" name="PlaceHolder 8"/>
          <p:cNvSpPr>
            <a:spLocks noGrp="1"/>
          </p:cNvSpPr>
          <p:nvPr>
            <p:ph/>
          </p:nvPr>
        </p:nvSpPr>
        <p:spPr>
          <a:xfrm>
            <a:off x="216000" y="4428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2" name="PlaceHolder 9"/>
          <p:cNvSpPr>
            <a:spLocks noGrp="1"/>
          </p:cNvSpPr>
          <p:nvPr>
            <p:ph type="subTitle"/>
          </p:nvPr>
        </p:nvSpPr>
        <p:spPr>
          <a:xfrm>
            <a:off x="7416000" y="864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73" name="PlaceHolder 10"/>
          <p:cNvSpPr>
            <a:spLocks noGrp="1"/>
          </p:cNvSpPr>
          <p:nvPr>
            <p:ph/>
          </p:nvPr>
        </p:nvSpPr>
        <p:spPr>
          <a:xfrm>
            <a:off x="7416000" y="1296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4" name="PlaceHolder 11"/>
          <p:cNvSpPr>
            <a:spLocks noGrp="1"/>
          </p:cNvSpPr>
          <p:nvPr>
            <p:ph type="subTitle"/>
          </p:nvPr>
        </p:nvSpPr>
        <p:spPr>
          <a:xfrm>
            <a:off x="7740000" y="1908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75" name="PlaceHolder 12"/>
          <p:cNvSpPr>
            <a:spLocks noGrp="1"/>
          </p:cNvSpPr>
          <p:nvPr>
            <p:ph/>
          </p:nvPr>
        </p:nvSpPr>
        <p:spPr>
          <a:xfrm>
            <a:off x="7740000" y="2340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6" name="PlaceHolder 13"/>
          <p:cNvSpPr>
            <a:spLocks noGrp="1"/>
          </p:cNvSpPr>
          <p:nvPr>
            <p:ph type="subTitle"/>
          </p:nvPr>
        </p:nvSpPr>
        <p:spPr>
          <a:xfrm>
            <a:off x="7380000" y="2916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77" name="PlaceHolder 14"/>
          <p:cNvSpPr>
            <a:spLocks noGrp="1"/>
          </p:cNvSpPr>
          <p:nvPr>
            <p:ph/>
          </p:nvPr>
        </p:nvSpPr>
        <p:spPr>
          <a:xfrm>
            <a:off x="7380000" y="3348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8" name="PlaceHolder 15"/>
          <p:cNvSpPr>
            <a:spLocks noGrp="1"/>
          </p:cNvSpPr>
          <p:nvPr>
            <p:ph type="subTitle"/>
          </p:nvPr>
        </p:nvSpPr>
        <p:spPr>
          <a:xfrm>
            <a:off x="7668000" y="4032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0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79" name="PlaceHolder 16"/>
          <p:cNvSpPr>
            <a:spLocks noGrp="1"/>
          </p:cNvSpPr>
          <p:nvPr>
            <p:ph/>
          </p:nvPr>
        </p:nvSpPr>
        <p:spPr>
          <a:xfrm>
            <a:off x="7668000" y="4464000"/>
            <a:ext cx="234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0" name="PlaceHolder 17"/>
          <p:cNvSpPr>
            <a:spLocks noGrp="1"/>
          </p:cNvSpPr>
          <p:nvPr>
            <p:ph type="subTitle"/>
          </p:nvPr>
        </p:nvSpPr>
        <p:spPr>
          <a:xfrm>
            <a:off x="4194000" y="2340000"/>
            <a:ext cx="16920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 algn="ctr">
              <a:buNone/>
            </a:pPr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"/>
          <p:cNvGrpSpPr/>
          <p:nvPr/>
        </p:nvGrpSpPr>
        <p:grpSpPr>
          <a:xfrm>
            <a:off x="918000" y="684000"/>
            <a:ext cx="2718360" cy="900360"/>
            <a:chOff x="918000" y="684000"/>
            <a:chExt cx="2718360" cy="900360"/>
          </a:xfrm>
        </p:grpSpPr>
        <p:sp>
          <p:nvSpPr>
            <p:cNvPr id="482" name=""/>
            <p:cNvSpPr/>
            <p:nvPr/>
          </p:nvSpPr>
          <p:spPr>
            <a:xfrm>
              <a:off x="918000" y="684000"/>
              <a:ext cx="2718360" cy="900360"/>
            </a:xfrm>
            <a:custGeom>
              <a:avLst/>
              <a:gdLst/>
              <a:ahLst/>
              <a:rect l="0" t="0" r="r" b="b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7f59ae"/>
              </a:solidFill>
              <a:custDash>
                <a:ds d="299000" sp="101000"/>
              </a:custDash>
              <a:round/>
            </a:ln>
          </p:spPr>
          <p:txBody>
            <a:bodyPr lIns="108000" rIns="108000" tIns="62640" bIns="626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3" name=""/>
            <p:cNvSpPr/>
            <p:nvPr/>
          </p:nvSpPr>
          <p:spPr>
            <a:xfrm>
              <a:off x="990000" y="756000"/>
              <a:ext cx="2502360" cy="756360"/>
            </a:xfrm>
            <a:custGeom>
              <a:avLst/>
              <a:gdLst/>
              <a:ahLst/>
              <a:rect l="0" t="0" r="r" b="b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4" name=""/>
            <p:cNvSpPr/>
            <p:nvPr/>
          </p:nvSpPr>
          <p:spPr>
            <a:xfrm>
              <a:off x="1044000" y="936000"/>
              <a:ext cx="396000" cy="3960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85" name=""/>
          <p:cNvGrpSpPr/>
          <p:nvPr/>
        </p:nvGrpSpPr>
        <p:grpSpPr>
          <a:xfrm>
            <a:off x="918000" y="1836000"/>
            <a:ext cx="2718360" cy="900360"/>
            <a:chOff x="918000" y="1836000"/>
            <a:chExt cx="2718360" cy="900360"/>
          </a:xfrm>
        </p:grpSpPr>
        <p:sp>
          <p:nvSpPr>
            <p:cNvPr id="486" name=""/>
            <p:cNvSpPr/>
            <p:nvPr/>
          </p:nvSpPr>
          <p:spPr>
            <a:xfrm>
              <a:off x="918000" y="1836000"/>
              <a:ext cx="2718360" cy="900360"/>
            </a:xfrm>
            <a:custGeom>
              <a:avLst/>
              <a:gdLst/>
              <a:ahLst/>
              <a:rect l="0" t="0" r="r" b="b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f8b622"/>
              </a:solidFill>
              <a:custDash>
                <a:ds d="299000" sp="101000"/>
              </a:custDash>
              <a:round/>
            </a:ln>
          </p:spPr>
          <p:txBody>
            <a:bodyPr lIns="108000" rIns="108000" tIns="62640" bIns="626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990000" y="1908000"/>
              <a:ext cx="2502360" cy="756360"/>
            </a:xfrm>
            <a:custGeom>
              <a:avLst/>
              <a:gdLst/>
              <a:ahLst/>
              <a:rect l="0" t="0" r="r" b="b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1044000" y="2088000"/>
              <a:ext cx="396000" cy="3960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89" name=""/>
          <p:cNvGrpSpPr/>
          <p:nvPr/>
        </p:nvGrpSpPr>
        <p:grpSpPr>
          <a:xfrm>
            <a:off x="918000" y="2988000"/>
            <a:ext cx="2718360" cy="900360"/>
            <a:chOff x="918000" y="2988000"/>
            <a:chExt cx="2718360" cy="900360"/>
          </a:xfrm>
        </p:grpSpPr>
        <p:sp>
          <p:nvSpPr>
            <p:cNvPr id="490" name=""/>
            <p:cNvSpPr/>
            <p:nvPr/>
          </p:nvSpPr>
          <p:spPr>
            <a:xfrm>
              <a:off x="918000" y="2988000"/>
              <a:ext cx="2718360" cy="900360"/>
            </a:xfrm>
            <a:custGeom>
              <a:avLst/>
              <a:gdLst/>
              <a:ahLst/>
              <a:rect l="0" t="0" r="r" b="b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60c4e4"/>
              </a:solidFill>
              <a:custDash>
                <a:ds d="299000" sp="101000"/>
              </a:custDash>
              <a:round/>
            </a:ln>
          </p:spPr>
          <p:txBody>
            <a:bodyPr lIns="108000" rIns="108000" tIns="62640" bIns="626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1" name=""/>
            <p:cNvSpPr/>
            <p:nvPr/>
          </p:nvSpPr>
          <p:spPr>
            <a:xfrm>
              <a:off x="990000" y="3060000"/>
              <a:ext cx="2502360" cy="756360"/>
            </a:xfrm>
            <a:custGeom>
              <a:avLst/>
              <a:gdLst/>
              <a:ahLst/>
              <a:rect l="0" t="0" r="r" b="b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1044000" y="3240000"/>
              <a:ext cx="396000" cy="3960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3" name=""/>
          <p:cNvGrpSpPr/>
          <p:nvPr/>
        </p:nvGrpSpPr>
        <p:grpSpPr>
          <a:xfrm>
            <a:off x="918000" y="4140000"/>
            <a:ext cx="2718360" cy="900360"/>
            <a:chOff x="918000" y="4140000"/>
            <a:chExt cx="2718360" cy="900360"/>
          </a:xfrm>
        </p:grpSpPr>
        <p:sp>
          <p:nvSpPr>
            <p:cNvPr id="494" name=""/>
            <p:cNvSpPr/>
            <p:nvPr/>
          </p:nvSpPr>
          <p:spPr>
            <a:xfrm>
              <a:off x="918000" y="4140000"/>
              <a:ext cx="2718360" cy="900360"/>
            </a:xfrm>
            <a:custGeom>
              <a:avLst/>
              <a:gdLst/>
              <a:ahLst/>
              <a:rect l="0" t="0" r="r" b="b"/>
              <a:pathLst>
                <a:path w="7551" h="2501">
                  <a:moveTo>
                    <a:pt x="650" y="2501"/>
                  </a:moveTo>
                  <a:lnTo>
                    <a:pt x="650" y="2116"/>
                  </a:lnTo>
                  <a:cubicBezTo>
                    <a:pt x="581" y="2096"/>
                    <a:pt x="513" y="2068"/>
                    <a:pt x="450" y="2031"/>
                  </a:cubicBezTo>
                  <a:cubicBezTo>
                    <a:pt x="313" y="1952"/>
                    <a:pt x="200" y="1839"/>
                    <a:pt x="121" y="1702"/>
                  </a:cubicBezTo>
                  <a:cubicBezTo>
                    <a:pt x="42" y="1565"/>
                    <a:pt x="0" y="1410"/>
                    <a:pt x="0" y="1252"/>
                  </a:cubicBezTo>
                  <a:cubicBezTo>
                    <a:pt x="0" y="1092"/>
                    <a:pt x="42" y="937"/>
                    <a:pt x="121" y="800"/>
                  </a:cubicBezTo>
                  <a:cubicBezTo>
                    <a:pt x="200" y="663"/>
                    <a:pt x="313" y="550"/>
                    <a:pt x="450" y="471"/>
                  </a:cubicBezTo>
                  <a:cubicBezTo>
                    <a:pt x="513" y="434"/>
                    <a:pt x="581" y="406"/>
                    <a:pt x="650" y="386"/>
                  </a:cubicBezTo>
                  <a:lnTo>
                    <a:pt x="650" y="0"/>
                  </a:lnTo>
                  <a:lnTo>
                    <a:pt x="6651" y="0"/>
                  </a:lnTo>
                  <a:lnTo>
                    <a:pt x="6651" y="800"/>
                  </a:lnTo>
                  <a:lnTo>
                    <a:pt x="7551" y="1251"/>
                  </a:lnTo>
                  <a:lnTo>
                    <a:pt x="6651" y="1701"/>
                  </a:lnTo>
                  <a:lnTo>
                    <a:pt x="6651" y="2501"/>
                  </a:lnTo>
                  <a:lnTo>
                    <a:pt x="650" y="2501"/>
                  </a:lnTo>
                  <a:close/>
                </a:path>
              </a:pathLst>
            </a:custGeom>
            <a:solidFill>
              <a:srgbClr val="ffffff"/>
            </a:solidFill>
            <a:ln cap="rnd" w="36000">
              <a:solidFill>
                <a:srgbClr val="e54b89"/>
              </a:solidFill>
              <a:custDash>
                <a:ds d="299000" sp="101000"/>
              </a:custDash>
              <a:round/>
            </a:ln>
          </p:spPr>
          <p:txBody>
            <a:bodyPr lIns="108000" rIns="108000" tIns="62640" bIns="6264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990000" y="4212000"/>
              <a:ext cx="2502360" cy="756360"/>
            </a:xfrm>
            <a:custGeom>
              <a:avLst/>
              <a:gdLst/>
              <a:ahLst/>
              <a:rect l="0" t="0" r="r" b="b"/>
              <a:pathLst>
                <a:path w="6951" h="2101">
                  <a:moveTo>
                    <a:pt x="700" y="2101"/>
                  </a:moveTo>
                  <a:lnTo>
                    <a:pt x="700" y="1752"/>
                  </a:lnTo>
                  <a:cubicBezTo>
                    <a:pt x="577" y="1752"/>
                    <a:pt x="457" y="1720"/>
                    <a:pt x="350" y="1658"/>
                  </a:cubicBezTo>
                  <a:cubicBezTo>
                    <a:pt x="244" y="1597"/>
                    <a:pt x="155" y="1508"/>
                    <a:pt x="94" y="1402"/>
                  </a:cubicBezTo>
                  <a:cubicBezTo>
                    <a:pt x="32" y="1295"/>
                    <a:pt x="0" y="1174"/>
                    <a:pt x="0" y="1052"/>
                  </a:cubicBezTo>
                  <a:cubicBezTo>
                    <a:pt x="0" y="928"/>
                    <a:pt x="32" y="807"/>
                    <a:pt x="94" y="700"/>
                  </a:cubicBezTo>
                  <a:cubicBezTo>
                    <a:pt x="155" y="594"/>
                    <a:pt x="244" y="505"/>
                    <a:pt x="350" y="444"/>
                  </a:cubicBezTo>
                  <a:cubicBezTo>
                    <a:pt x="457" y="382"/>
                    <a:pt x="577" y="350"/>
                    <a:pt x="700" y="350"/>
                  </a:cubicBezTo>
                  <a:lnTo>
                    <a:pt x="700" y="0"/>
                  </a:lnTo>
                  <a:lnTo>
                    <a:pt x="6201" y="0"/>
                  </a:lnTo>
                  <a:lnTo>
                    <a:pt x="6201" y="750"/>
                  </a:lnTo>
                  <a:lnTo>
                    <a:pt x="6951" y="1051"/>
                  </a:lnTo>
                  <a:lnTo>
                    <a:pt x="6201" y="1352"/>
                  </a:lnTo>
                  <a:lnTo>
                    <a:pt x="6201" y="2101"/>
                  </a:lnTo>
                  <a:lnTo>
                    <a:pt x="700" y="2101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1044000" y="4392000"/>
              <a:ext cx="396000" cy="39600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97" name="PlaceHolder 1"/>
          <p:cNvSpPr>
            <a:spLocks noGrp="1"/>
          </p:cNvSpPr>
          <p:nvPr>
            <p:ph type="subTitle"/>
          </p:nvPr>
        </p:nvSpPr>
        <p:spPr>
          <a:xfrm>
            <a:off x="3960000" y="576000"/>
            <a:ext cx="324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endParaRPr b="1" lang="en-US" sz="2400" strike="noStrike" u="non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3960000" y="1044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ubTitle"/>
          </p:nvPr>
        </p:nvSpPr>
        <p:spPr>
          <a:xfrm>
            <a:off x="3960000" y="1728000"/>
            <a:ext cx="324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400" strike="noStrike" u="none">
              <a:solidFill>
                <a:srgbClr val="f8b622"/>
              </a:solidFill>
              <a:effectLst/>
              <a:uFillTx/>
              <a:latin typeface="Noto Sans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3960000" y="2196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 type="subTitle"/>
          </p:nvPr>
        </p:nvSpPr>
        <p:spPr>
          <a:xfrm>
            <a:off x="3960000" y="2880000"/>
            <a:ext cx="324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400" strike="noStrike" u="non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502" name="PlaceHolder 6"/>
          <p:cNvSpPr>
            <a:spLocks noGrp="1"/>
          </p:cNvSpPr>
          <p:nvPr>
            <p:ph/>
          </p:nvPr>
        </p:nvSpPr>
        <p:spPr>
          <a:xfrm>
            <a:off x="3960000" y="3348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3" name="PlaceHolder 7"/>
          <p:cNvSpPr>
            <a:spLocks noGrp="1"/>
          </p:cNvSpPr>
          <p:nvPr>
            <p:ph type="subTitle"/>
          </p:nvPr>
        </p:nvSpPr>
        <p:spPr>
          <a:xfrm>
            <a:off x="3960000" y="4032000"/>
            <a:ext cx="324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2400" strike="noStrike" u="non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504" name="PlaceHolder 8"/>
          <p:cNvSpPr>
            <a:spLocks noGrp="1"/>
          </p:cNvSpPr>
          <p:nvPr>
            <p:ph/>
          </p:nvPr>
        </p:nvSpPr>
        <p:spPr>
          <a:xfrm>
            <a:off x="3960000" y="4500000"/>
            <a:ext cx="324000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"/>
          <p:cNvGrpSpPr/>
          <p:nvPr/>
        </p:nvGrpSpPr>
        <p:grpSpPr>
          <a:xfrm>
            <a:off x="1890000" y="3672000"/>
            <a:ext cx="6300000" cy="129600"/>
            <a:chOff x="1890000" y="3672000"/>
            <a:chExt cx="6300000" cy="129600"/>
          </a:xfrm>
        </p:grpSpPr>
        <p:sp>
          <p:nvSpPr>
            <p:cNvPr id="506" name=""/>
            <p:cNvSpPr/>
            <p:nvPr/>
          </p:nvSpPr>
          <p:spPr>
            <a:xfrm>
              <a:off x="1890000" y="3736800"/>
              <a:ext cx="23400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4521600" y="3672000"/>
              <a:ext cx="129600" cy="12960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8" name=""/>
            <p:cNvSpPr/>
            <p:nvPr/>
          </p:nvSpPr>
          <p:spPr>
            <a:xfrm>
              <a:off x="4824000" y="3672000"/>
              <a:ext cx="129600" cy="12960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5126400" y="3672000"/>
              <a:ext cx="129600" cy="12960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5428800" y="3672000"/>
              <a:ext cx="129600" cy="12960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5850000" y="3736800"/>
              <a:ext cx="23400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504000" y="2304000"/>
            <a:ext cx="9072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2025-12-10T17:26:07Z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en-US</dc:language>
  <cp:lastModifiedBy/>
  <cp:revision>1</cp:revision>
  <dc:subject/>
  <dc:title>Candy</dc:title>
</cp:coreProperties>
</file>